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7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9" r:id="rId1"/>
  </p:sldMasterIdLst>
  <p:notesMasterIdLst>
    <p:notesMasterId r:id="rId12"/>
  </p:notesMasterIdLst>
  <p:sldIdLst>
    <p:sldId id="256" r:id="rId2"/>
    <p:sldId id="265" r:id="rId3"/>
    <p:sldId id="257" r:id="rId4"/>
    <p:sldId id="258" r:id="rId5"/>
    <p:sldId id="259" r:id="rId6"/>
    <p:sldId id="260" r:id="rId7"/>
    <p:sldId id="262" r:id="rId8"/>
    <p:sldId id="263" r:id="rId9"/>
    <p:sldId id="261" r:id="rId10"/>
    <p:sldId id="264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F1F239-020C-4335-9881-357081218C4B}" v="284" dt="2021-03-24T17:51:29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8" d="100"/>
          <a:sy n="128" d="100"/>
        </p:scale>
        <p:origin x="-2412" y="7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 Fikter" userId="1515bd843270ac1b" providerId="LiveId" clId="{3DF1F239-020C-4335-9881-357081218C4B}"/>
    <pc:docChg chg="undo custSel addSld modSld modMainMaster">
      <pc:chgData name="Fred Fikter" userId="1515bd843270ac1b" providerId="LiveId" clId="{3DF1F239-020C-4335-9881-357081218C4B}" dt="2021-03-24T17:52:39.494" v="1035" actId="729"/>
      <pc:docMkLst>
        <pc:docMk/>
      </pc:docMkLst>
      <pc:sldChg chg="setBg">
        <pc:chgData name="Fred Fikter" userId="1515bd843270ac1b" providerId="LiveId" clId="{3DF1F239-020C-4335-9881-357081218C4B}" dt="2021-03-24T15:50:45.666" v="9"/>
        <pc:sldMkLst>
          <pc:docMk/>
          <pc:sldMk cId="0" sldId="256"/>
        </pc:sldMkLst>
      </pc:sldChg>
      <pc:sldChg chg="addSp delSp modSp mod setBg setClrOvrMap modShow">
        <pc:chgData name="Fred Fikter" userId="1515bd843270ac1b" providerId="LiveId" clId="{3DF1F239-020C-4335-9881-357081218C4B}" dt="2021-03-24T17:52:39.494" v="1035" actId="729"/>
        <pc:sldMkLst>
          <pc:docMk/>
          <pc:sldMk cId="0" sldId="257"/>
        </pc:sldMkLst>
        <pc:spChg chg="mod">
          <ac:chgData name="Fred Fikter" userId="1515bd843270ac1b" providerId="LiveId" clId="{3DF1F239-020C-4335-9881-357081218C4B}" dt="2021-03-24T15:45:46.056" v="0" actId="26606"/>
          <ac:spMkLst>
            <pc:docMk/>
            <pc:sldMk cId="0" sldId="257"/>
            <ac:spMk id="60" creationId="{00000000-0000-0000-0000-000000000000}"/>
          </ac:spMkLst>
        </pc:spChg>
        <pc:spChg chg="del">
          <ac:chgData name="Fred Fikter" userId="1515bd843270ac1b" providerId="LiveId" clId="{3DF1F239-020C-4335-9881-357081218C4B}" dt="2021-03-24T15:45:46.056" v="0" actId="26606"/>
          <ac:spMkLst>
            <pc:docMk/>
            <pc:sldMk cId="0" sldId="257"/>
            <ac:spMk id="61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6:08:58.397" v="286" actId="26606"/>
          <ac:spMkLst>
            <pc:docMk/>
            <pc:sldMk cId="0" sldId="257"/>
            <ac:spMk id="75" creationId="{5B2F4B0B-6CDE-4467-A567-7930C6692530}"/>
          </ac:spMkLst>
        </pc:spChg>
        <pc:spChg chg="add del">
          <ac:chgData name="Fred Fikter" userId="1515bd843270ac1b" providerId="LiveId" clId="{3DF1F239-020C-4335-9881-357081218C4B}" dt="2021-03-24T16:08:58.397" v="286" actId="26606"/>
          <ac:spMkLst>
            <pc:docMk/>
            <pc:sldMk cId="0" sldId="257"/>
            <ac:spMk id="77" creationId="{4FBD904E-E2AA-40C0-9B75-6705C2936009}"/>
          </ac:spMkLst>
        </pc:spChg>
        <pc:spChg chg="add">
          <ac:chgData name="Fred Fikter" userId="1515bd843270ac1b" providerId="LiveId" clId="{3DF1F239-020C-4335-9881-357081218C4B}" dt="2021-03-24T16:08:58.397" v="286" actId="26606"/>
          <ac:spMkLst>
            <pc:docMk/>
            <pc:sldMk cId="0" sldId="257"/>
            <ac:spMk id="98" creationId="{5B2F4B0B-6CDE-4467-A567-7930C6692530}"/>
          </ac:spMkLst>
        </pc:spChg>
        <pc:spChg chg="add">
          <ac:chgData name="Fred Fikter" userId="1515bd843270ac1b" providerId="LiveId" clId="{3DF1F239-020C-4335-9881-357081218C4B}" dt="2021-03-24T16:08:58.397" v="286" actId="26606"/>
          <ac:spMkLst>
            <pc:docMk/>
            <pc:sldMk cId="0" sldId="257"/>
            <ac:spMk id="100" creationId="{4FBD904E-E2AA-40C0-9B75-6705C2936009}"/>
          </ac:spMkLst>
        </pc:spChg>
        <pc:grpChg chg="add del">
          <ac:chgData name="Fred Fikter" userId="1515bd843270ac1b" providerId="LiveId" clId="{3DF1F239-020C-4335-9881-357081218C4B}" dt="2021-03-24T16:08:58.397" v="286" actId="26606"/>
          <ac:grpSpMkLst>
            <pc:docMk/>
            <pc:sldMk cId="0" sldId="257"/>
            <ac:grpSpMk id="67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08:58.397" v="286" actId="26606"/>
          <ac:grpSpMkLst>
            <pc:docMk/>
            <pc:sldMk cId="0" sldId="257"/>
            <ac:grpSpMk id="79" creationId="{C2CA0337-9B09-4746-93D0-7E92F422020B}"/>
          </ac:grpSpMkLst>
        </pc:grpChg>
        <pc:grpChg chg="add">
          <ac:chgData name="Fred Fikter" userId="1515bd843270ac1b" providerId="LiveId" clId="{3DF1F239-020C-4335-9881-357081218C4B}" dt="2021-03-24T16:08:58.397" v="286" actId="26606"/>
          <ac:grpSpMkLst>
            <pc:docMk/>
            <pc:sldMk cId="0" sldId="257"/>
            <ac:grpSpMk id="90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08:58.397" v="286" actId="26606"/>
          <ac:grpSpMkLst>
            <pc:docMk/>
            <pc:sldMk cId="0" sldId="257"/>
            <ac:grpSpMk id="102" creationId="{C2CA0337-9B09-4746-93D0-7E92F422020B}"/>
          </ac:grpSpMkLst>
        </pc:grpChg>
        <pc:graphicFrameChg chg="add mod modGraphic">
          <ac:chgData name="Fred Fikter" userId="1515bd843270ac1b" providerId="LiveId" clId="{3DF1F239-020C-4335-9881-357081218C4B}" dt="2021-03-24T16:08:58.397" v="286" actId="26606"/>
          <ac:graphicFrameMkLst>
            <pc:docMk/>
            <pc:sldMk cId="0" sldId="257"/>
            <ac:graphicFrameMk id="63" creationId="{BADD7FB8-1DD0-47A1-9769-0DE024C6F414}"/>
          </ac:graphicFrameMkLst>
        </pc:graphicFrameChg>
      </pc:sldChg>
      <pc:sldChg chg="modSp mod">
        <pc:chgData name="Fred Fikter" userId="1515bd843270ac1b" providerId="LiveId" clId="{3DF1F239-020C-4335-9881-357081218C4B}" dt="2021-03-24T16:35:02.451" v="1010" actId="207"/>
        <pc:sldMkLst>
          <pc:docMk/>
          <pc:sldMk cId="0" sldId="258"/>
        </pc:sldMkLst>
        <pc:spChg chg="mod">
          <ac:chgData name="Fred Fikter" userId="1515bd843270ac1b" providerId="LiveId" clId="{3DF1F239-020C-4335-9881-357081218C4B}" dt="2021-03-24T15:51:02.762" v="11" actId="1076"/>
          <ac:spMkLst>
            <pc:docMk/>
            <pc:sldMk cId="0" sldId="258"/>
            <ac:spMk id="66" creationId="{00000000-0000-0000-0000-000000000000}"/>
          </ac:spMkLst>
        </pc:spChg>
        <pc:graphicFrameChg chg="mod">
          <ac:chgData name="Fred Fikter" userId="1515bd843270ac1b" providerId="LiveId" clId="{3DF1F239-020C-4335-9881-357081218C4B}" dt="2021-03-24T16:35:02.451" v="1010" actId="207"/>
          <ac:graphicFrameMkLst>
            <pc:docMk/>
            <pc:sldMk cId="0" sldId="258"/>
            <ac:graphicFrameMk id="4" creationId="{F46B1D3E-8C47-4330-B9C7-E0453F41A3F5}"/>
          </ac:graphicFrameMkLst>
        </pc:graphicFrameChg>
      </pc:sldChg>
      <pc:sldChg chg="addSp delSp modSp mod setBg setClrOvrMap">
        <pc:chgData name="Fred Fikter" userId="1515bd843270ac1b" providerId="LiveId" clId="{3DF1F239-020C-4335-9881-357081218C4B}" dt="2021-03-24T17:44:47.701" v="1019" actId="14100"/>
        <pc:sldMkLst>
          <pc:docMk/>
          <pc:sldMk cId="0" sldId="259"/>
        </pc:sldMkLst>
        <pc:spChg chg="add mod">
          <ac:chgData name="Fred Fikter" userId="1515bd843270ac1b" providerId="LiveId" clId="{3DF1F239-020C-4335-9881-357081218C4B}" dt="2021-03-24T17:44:47.701" v="1019" actId="14100"/>
          <ac:spMkLst>
            <pc:docMk/>
            <pc:sldMk cId="0" sldId="259"/>
            <ac:spMk id="6" creationId="{86D0B977-17FF-490A-AC05-6AB197AA8A2B}"/>
          </ac:spMkLst>
        </pc:spChg>
        <pc:spChg chg="del">
          <ac:chgData name="Fred Fikter" userId="1515bd843270ac1b" providerId="LiveId" clId="{3DF1F239-020C-4335-9881-357081218C4B}" dt="2021-03-24T15:51:20.586" v="14" actId="478"/>
          <ac:spMkLst>
            <pc:docMk/>
            <pc:sldMk cId="0" sldId="259"/>
            <ac:spMk id="73" creationId="{00000000-0000-0000-0000-000000000000}"/>
          </ac:spMkLst>
        </pc:spChg>
        <pc:spChg chg="del mod">
          <ac:chgData name="Fred Fikter" userId="1515bd843270ac1b" providerId="LiveId" clId="{3DF1F239-020C-4335-9881-357081218C4B}" dt="2021-03-24T16:31:21.282" v="975" actId="26606"/>
          <ac:spMkLst>
            <pc:docMk/>
            <pc:sldMk cId="0" sldId="259"/>
            <ac:spMk id="74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6:32:42.832" v="998" actId="26606"/>
          <ac:spMkLst>
            <pc:docMk/>
            <pc:sldMk cId="0" sldId="259"/>
            <ac:spMk id="88" creationId="{5B2F4B0B-6CDE-4467-A567-7930C6692530}"/>
          </ac:spMkLst>
        </pc:spChg>
        <pc:spChg chg="add del">
          <ac:chgData name="Fred Fikter" userId="1515bd843270ac1b" providerId="LiveId" clId="{3DF1F239-020C-4335-9881-357081218C4B}" dt="2021-03-24T16:32:42.832" v="998" actId="26606"/>
          <ac:spMkLst>
            <pc:docMk/>
            <pc:sldMk cId="0" sldId="259"/>
            <ac:spMk id="90" creationId="{4FBD904E-E2AA-40C0-9B75-6705C2936009}"/>
          </ac:spMkLst>
        </pc:spChg>
        <pc:spChg chg="add">
          <ac:chgData name="Fred Fikter" userId="1515bd843270ac1b" providerId="LiveId" clId="{3DF1F239-020C-4335-9881-357081218C4B}" dt="2021-03-24T16:32:42.832" v="998" actId="26606"/>
          <ac:spMkLst>
            <pc:docMk/>
            <pc:sldMk cId="0" sldId="259"/>
            <ac:spMk id="111" creationId="{5B2F4B0B-6CDE-4467-A567-7930C6692530}"/>
          </ac:spMkLst>
        </pc:spChg>
        <pc:spChg chg="add">
          <ac:chgData name="Fred Fikter" userId="1515bd843270ac1b" providerId="LiveId" clId="{3DF1F239-020C-4335-9881-357081218C4B}" dt="2021-03-24T16:32:42.832" v="998" actId="26606"/>
          <ac:spMkLst>
            <pc:docMk/>
            <pc:sldMk cId="0" sldId="259"/>
            <ac:spMk id="113" creationId="{4FBD904E-E2AA-40C0-9B75-6705C2936009}"/>
          </ac:spMkLst>
        </pc:spChg>
        <pc:grpChg chg="add del">
          <ac:chgData name="Fred Fikter" userId="1515bd843270ac1b" providerId="LiveId" clId="{3DF1F239-020C-4335-9881-357081218C4B}" dt="2021-03-24T16:32:42.832" v="998" actId="26606"/>
          <ac:grpSpMkLst>
            <pc:docMk/>
            <pc:sldMk cId="0" sldId="259"/>
            <ac:grpSpMk id="80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32:42.832" v="998" actId="26606"/>
          <ac:grpSpMkLst>
            <pc:docMk/>
            <pc:sldMk cId="0" sldId="259"/>
            <ac:grpSpMk id="92" creationId="{C2CA0337-9B09-4746-93D0-7E92F422020B}"/>
          </ac:grpSpMkLst>
        </pc:grpChg>
        <pc:grpChg chg="add">
          <ac:chgData name="Fred Fikter" userId="1515bd843270ac1b" providerId="LiveId" clId="{3DF1F239-020C-4335-9881-357081218C4B}" dt="2021-03-24T16:32:42.832" v="998" actId="26606"/>
          <ac:grpSpMkLst>
            <pc:docMk/>
            <pc:sldMk cId="0" sldId="259"/>
            <ac:grpSpMk id="103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32:42.832" v="998" actId="26606"/>
          <ac:grpSpMkLst>
            <pc:docMk/>
            <pc:sldMk cId="0" sldId="259"/>
            <ac:grpSpMk id="115" creationId="{C2CA0337-9B09-4746-93D0-7E92F422020B}"/>
          </ac:grpSpMkLst>
        </pc:grpChg>
        <pc:graphicFrameChg chg="add mod modGraphic">
          <ac:chgData name="Fred Fikter" userId="1515bd843270ac1b" providerId="LiveId" clId="{3DF1F239-020C-4335-9881-357081218C4B}" dt="2021-03-24T16:32:42.832" v="998" actId="26606"/>
          <ac:graphicFrameMkLst>
            <pc:docMk/>
            <pc:sldMk cId="0" sldId="259"/>
            <ac:graphicFrameMk id="76" creationId="{75803666-F410-4053-99F1-3294EDC2C8AB}"/>
          </ac:graphicFrameMkLst>
        </pc:graphicFrameChg>
        <pc:cxnChg chg="del mod">
          <ac:chgData name="Fred Fikter" userId="1515bd843270ac1b" providerId="LiveId" clId="{3DF1F239-020C-4335-9881-357081218C4B}" dt="2021-03-24T16:29:20.412" v="913" actId="478"/>
          <ac:cxnSpMkLst>
            <pc:docMk/>
            <pc:sldMk cId="0" sldId="259"/>
            <ac:cxnSpMk id="75" creationId="{00000000-0000-0000-0000-000000000000}"/>
          </ac:cxnSpMkLst>
        </pc:cxnChg>
      </pc:sldChg>
      <pc:sldChg chg="addSp delSp modSp mod setBg setClrOvrMap">
        <pc:chgData name="Fred Fikter" userId="1515bd843270ac1b" providerId="LiveId" clId="{3DF1F239-020C-4335-9881-357081218C4B}" dt="2021-03-24T16:29:03.851" v="909" actId="26606"/>
        <pc:sldMkLst>
          <pc:docMk/>
          <pc:sldMk cId="0" sldId="260"/>
        </pc:sldMkLst>
        <pc:spChg chg="add del mod">
          <ac:chgData name="Fred Fikter" userId="1515bd843270ac1b" providerId="LiveId" clId="{3DF1F239-020C-4335-9881-357081218C4B}" dt="2021-03-24T16:28:25.229" v="906"/>
          <ac:spMkLst>
            <pc:docMk/>
            <pc:sldMk cId="0" sldId="260"/>
            <ac:spMk id="8" creationId="{82EFF2BF-D4DE-4B21-8A39-1944E9AB2F4F}"/>
          </ac:spMkLst>
        </pc:spChg>
        <pc:spChg chg="mod">
          <ac:chgData name="Fred Fikter" userId="1515bd843270ac1b" providerId="LiveId" clId="{3DF1F239-020C-4335-9881-357081218C4B}" dt="2021-03-24T16:29:03.851" v="909" actId="26606"/>
          <ac:spMkLst>
            <pc:docMk/>
            <pc:sldMk cId="0" sldId="260"/>
            <ac:spMk id="80" creationId="{00000000-0000-0000-0000-000000000000}"/>
          </ac:spMkLst>
        </pc:spChg>
        <pc:spChg chg="add del mod">
          <ac:chgData name="Fred Fikter" userId="1515bd843270ac1b" providerId="LiveId" clId="{3DF1F239-020C-4335-9881-357081218C4B}" dt="2021-03-24T16:29:03.851" v="909" actId="26606"/>
          <ac:spMkLst>
            <pc:docMk/>
            <pc:sldMk cId="0" sldId="260"/>
            <ac:spMk id="81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6:29:03.812" v="908" actId="26606"/>
          <ac:spMkLst>
            <pc:docMk/>
            <pc:sldMk cId="0" sldId="260"/>
            <ac:spMk id="95" creationId="{5B2F4B0B-6CDE-4467-A567-7930C6692530}"/>
          </ac:spMkLst>
        </pc:spChg>
        <pc:spChg chg="add del">
          <ac:chgData name="Fred Fikter" userId="1515bd843270ac1b" providerId="LiveId" clId="{3DF1F239-020C-4335-9881-357081218C4B}" dt="2021-03-24T16:29:03.812" v="908" actId="26606"/>
          <ac:spMkLst>
            <pc:docMk/>
            <pc:sldMk cId="0" sldId="260"/>
            <ac:spMk id="97" creationId="{4FBD904E-E2AA-40C0-9B75-6705C2936009}"/>
          </ac:spMkLst>
        </pc:spChg>
        <pc:spChg chg="add">
          <ac:chgData name="Fred Fikter" userId="1515bd843270ac1b" providerId="LiveId" clId="{3DF1F239-020C-4335-9881-357081218C4B}" dt="2021-03-24T16:29:03.851" v="909" actId="26606"/>
          <ac:spMkLst>
            <pc:docMk/>
            <pc:sldMk cId="0" sldId="260"/>
            <ac:spMk id="108" creationId="{5B2F4B0B-6CDE-4467-A567-7930C6692530}"/>
          </ac:spMkLst>
        </pc:spChg>
        <pc:spChg chg="add">
          <ac:chgData name="Fred Fikter" userId="1515bd843270ac1b" providerId="LiveId" clId="{3DF1F239-020C-4335-9881-357081218C4B}" dt="2021-03-24T16:29:03.851" v="909" actId="26606"/>
          <ac:spMkLst>
            <pc:docMk/>
            <pc:sldMk cId="0" sldId="260"/>
            <ac:spMk id="109" creationId="{4FBD904E-E2AA-40C0-9B75-6705C2936009}"/>
          </ac:spMkLst>
        </pc:spChg>
        <pc:grpChg chg="add del">
          <ac:chgData name="Fred Fikter" userId="1515bd843270ac1b" providerId="LiveId" clId="{3DF1F239-020C-4335-9881-357081218C4B}" dt="2021-03-24T16:29:03.812" v="908" actId="26606"/>
          <ac:grpSpMkLst>
            <pc:docMk/>
            <pc:sldMk cId="0" sldId="260"/>
            <ac:grpSpMk id="87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29:03.812" v="908" actId="26606"/>
          <ac:grpSpMkLst>
            <pc:docMk/>
            <pc:sldMk cId="0" sldId="260"/>
            <ac:grpSpMk id="99" creationId="{C2CA0337-9B09-4746-93D0-7E92F422020B}"/>
          </ac:grpSpMkLst>
        </pc:grpChg>
        <pc:grpChg chg="add">
          <ac:chgData name="Fred Fikter" userId="1515bd843270ac1b" providerId="LiveId" clId="{3DF1F239-020C-4335-9881-357081218C4B}" dt="2021-03-24T16:29:03.851" v="909" actId="26606"/>
          <ac:grpSpMkLst>
            <pc:docMk/>
            <pc:sldMk cId="0" sldId="260"/>
            <ac:grpSpMk id="107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29:03.851" v="909" actId="26606"/>
          <ac:grpSpMkLst>
            <pc:docMk/>
            <pc:sldMk cId="0" sldId="260"/>
            <ac:grpSpMk id="110" creationId="{C2CA0337-9B09-4746-93D0-7E92F422020B}"/>
          </ac:grpSpMkLst>
        </pc:grpChg>
        <pc:graphicFrameChg chg="add del">
          <ac:chgData name="Fred Fikter" userId="1515bd843270ac1b" providerId="LiveId" clId="{3DF1F239-020C-4335-9881-357081218C4B}" dt="2021-03-24T16:29:03.812" v="908" actId="26606"/>
          <ac:graphicFrameMkLst>
            <pc:docMk/>
            <pc:sldMk cId="0" sldId="260"/>
            <ac:graphicFrameMk id="83" creationId="{A866D88A-AA28-403D-9451-158443BF60F9}"/>
          </ac:graphicFrameMkLst>
        </pc:graphicFrameChg>
        <pc:graphicFrameChg chg="add">
          <ac:chgData name="Fred Fikter" userId="1515bd843270ac1b" providerId="LiveId" clId="{3DF1F239-020C-4335-9881-357081218C4B}" dt="2021-03-24T16:29:03.851" v="909" actId="26606"/>
          <ac:graphicFrameMkLst>
            <pc:docMk/>
            <pc:sldMk cId="0" sldId="260"/>
            <ac:graphicFrameMk id="111" creationId="{58220E52-B6B2-42EA-A779-4E7E864434D7}"/>
          </ac:graphicFrameMkLst>
        </pc:graphicFrameChg>
        <pc:cxnChg chg="del mod">
          <ac:chgData name="Fred Fikter" userId="1515bd843270ac1b" providerId="LiveId" clId="{3DF1F239-020C-4335-9881-357081218C4B}" dt="2021-03-24T16:26:14.603" v="844" actId="478"/>
          <ac:cxnSpMkLst>
            <pc:docMk/>
            <pc:sldMk cId="0" sldId="260"/>
            <ac:cxnSpMk id="82" creationId="{00000000-0000-0000-0000-000000000000}"/>
          </ac:cxnSpMkLst>
        </pc:cxnChg>
      </pc:sldChg>
      <pc:sldChg chg="addSp delSp modSp mod setBg setClrOvrMap modShow">
        <pc:chgData name="Fred Fikter" userId="1515bd843270ac1b" providerId="LiveId" clId="{3DF1F239-020C-4335-9881-357081218C4B}" dt="2021-03-24T17:51:05.097" v="1031" actId="729"/>
        <pc:sldMkLst>
          <pc:docMk/>
          <pc:sldMk cId="0" sldId="261"/>
        </pc:sldMkLst>
        <pc:spChg chg="mod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87" creationId="{00000000-0000-0000-0000-000000000000}"/>
          </ac:spMkLst>
        </pc:spChg>
        <pc:spChg chg="add del mod">
          <ac:chgData name="Fred Fikter" userId="1515bd843270ac1b" providerId="LiveId" clId="{3DF1F239-020C-4335-9881-357081218C4B}" dt="2021-03-24T16:25:32.682" v="841" actId="26606"/>
          <ac:spMkLst>
            <pc:docMk/>
            <pc:sldMk cId="0" sldId="261"/>
            <ac:spMk id="88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6:25:32.632" v="840" actId="26606"/>
          <ac:spMkLst>
            <pc:docMk/>
            <pc:sldMk cId="0" sldId="261"/>
            <ac:spMk id="102" creationId="{5B2F4B0B-6CDE-4467-A567-7930C6692530}"/>
          </ac:spMkLst>
        </pc:spChg>
        <pc:spChg chg="add del">
          <ac:chgData name="Fred Fikter" userId="1515bd843270ac1b" providerId="LiveId" clId="{3DF1F239-020C-4335-9881-357081218C4B}" dt="2021-03-24T16:25:32.632" v="840" actId="26606"/>
          <ac:spMkLst>
            <pc:docMk/>
            <pc:sldMk cId="0" sldId="261"/>
            <ac:spMk id="104" creationId="{4FBD904E-E2AA-40C0-9B75-6705C2936009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08" creationId="{F52EA472-C185-45BE-BADB-6DAD122DF711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0" creationId="{D6A217FA-47B1-4E39-96D0-5BBFE855846B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4" creationId="{96F6607B-1C78-4DC6-B6DE-8CD7019A75DA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6" creationId="{DDB120D4-AB19-4B7A-B908-1C3C9773F225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7" creationId="{8B71BB84-90B9-4CCA-B769-2F6A581C72E4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8" creationId="{9A336D8D-7CC6-4430-AC95-026DB29327F2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19" creationId="{8C5EB1AB-5B58-4AFC-B283-123865B3FAE8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20" creationId="{CE950E0C-C670-48E1-B1AF-21073B28307D}"/>
          </ac:spMkLst>
        </pc:spChg>
        <pc:spChg chg="add del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21" creationId="{A793453D-22D3-4973-ADBC-ABF2D720E7E2}"/>
          </ac:spMkLst>
        </pc:spChg>
        <pc:spChg chg="add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35" creationId="{5B2F4B0B-6CDE-4467-A567-7930C6692530}"/>
          </ac:spMkLst>
        </pc:spChg>
        <pc:spChg chg="add">
          <ac:chgData name="Fred Fikter" userId="1515bd843270ac1b" providerId="LiveId" clId="{3DF1F239-020C-4335-9881-357081218C4B}" dt="2021-03-24T16:25:55.586" v="843" actId="26606"/>
          <ac:spMkLst>
            <pc:docMk/>
            <pc:sldMk cId="0" sldId="261"/>
            <ac:spMk id="137" creationId="{4FBD904E-E2AA-40C0-9B75-6705C2936009}"/>
          </ac:spMkLst>
        </pc:spChg>
        <pc:grpChg chg="add del">
          <ac:chgData name="Fred Fikter" userId="1515bd843270ac1b" providerId="LiveId" clId="{3DF1F239-020C-4335-9881-357081218C4B}" dt="2021-03-24T16:25:32.632" v="840" actId="26606"/>
          <ac:grpSpMkLst>
            <pc:docMk/>
            <pc:sldMk cId="0" sldId="261"/>
            <ac:grpSpMk id="94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25:32.632" v="840" actId="26606"/>
          <ac:grpSpMkLst>
            <pc:docMk/>
            <pc:sldMk cId="0" sldId="261"/>
            <ac:grpSpMk id="106" creationId="{C2CA0337-9B09-4746-93D0-7E92F422020B}"/>
          </ac:grpSpMkLst>
        </pc:grpChg>
        <pc:grpChg chg="add del">
          <ac:chgData name="Fred Fikter" userId="1515bd843270ac1b" providerId="LiveId" clId="{3DF1F239-020C-4335-9881-357081218C4B}" dt="2021-03-24T16:25:55.586" v="843" actId="26606"/>
          <ac:grpSpMkLst>
            <pc:docMk/>
            <pc:sldMk cId="0" sldId="261"/>
            <ac:grpSpMk id="115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25:55.586" v="843" actId="26606"/>
          <ac:grpSpMkLst>
            <pc:docMk/>
            <pc:sldMk cId="0" sldId="261"/>
            <ac:grpSpMk id="127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25:55.586" v="843" actId="26606"/>
          <ac:grpSpMkLst>
            <pc:docMk/>
            <pc:sldMk cId="0" sldId="261"/>
            <ac:grpSpMk id="139" creationId="{C2CA0337-9B09-4746-93D0-7E92F422020B}"/>
          </ac:grpSpMkLst>
        </pc:grpChg>
        <pc:graphicFrameChg chg="add del">
          <ac:chgData name="Fred Fikter" userId="1515bd843270ac1b" providerId="LiveId" clId="{3DF1F239-020C-4335-9881-357081218C4B}" dt="2021-03-24T16:25:32.632" v="840" actId="26606"/>
          <ac:graphicFrameMkLst>
            <pc:docMk/>
            <pc:sldMk cId="0" sldId="261"/>
            <ac:graphicFrameMk id="90" creationId="{66300839-784C-400B-82A9-0B8AEA462BF5}"/>
          </ac:graphicFrameMkLst>
        </pc:graphicFrameChg>
        <pc:graphicFrameChg chg="add mod modGraphic">
          <ac:chgData name="Fred Fikter" userId="1515bd843270ac1b" providerId="LiveId" clId="{3DF1F239-020C-4335-9881-357081218C4B}" dt="2021-03-24T16:25:55.586" v="843" actId="26606"/>
          <ac:graphicFrameMkLst>
            <pc:docMk/>
            <pc:sldMk cId="0" sldId="261"/>
            <ac:graphicFrameMk id="122" creationId="{BB7248B8-7938-499A-B158-9EC52C21A297}"/>
          </ac:graphicFrameMkLst>
        </pc:graphicFrameChg>
        <pc:cxnChg chg="add del">
          <ac:chgData name="Fred Fikter" userId="1515bd843270ac1b" providerId="LiveId" clId="{3DF1F239-020C-4335-9881-357081218C4B}" dt="2021-03-24T16:25:55.586" v="843" actId="26606"/>
          <ac:cxnSpMkLst>
            <pc:docMk/>
            <pc:sldMk cId="0" sldId="261"/>
            <ac:cxnSpMk id="112" creationId="{C1A41487-B04A-4A61-9944-83E681AA1A74}"/>
          </ac:cxnSpMkLst>
        </pc:cxnChg>
      </pc:sldChg>
      <pc:sldChg chg="addSp delSp modSp new mod">
        <pc:chgData name="Fred Fikter" userId="1515bd843270ac1b" providerId="LiveId" clId="{3DF1F239-020C-4335-9881-357081218C4B}" dt="2021-03-24T16:35:38.742" v="1015" actId="207"/>
        <pc:sldMkLst>
          <pc:docMk/>
          <pc:sldMk cId="1569600865" sldId="262"/>
        </pc:sldMkLst>
        <pc:spChg chg="mod">
          <ac:chgData name="Fred Fikter" userId="1515bd843270ac1b" providerId="LiveId" clId="{3DF1F239-020C-4335-9881-357081218C4B}" dt="2021-03-24T15:54:15.363" v="72" actId="20577"/>
          <ac:spMkLst>
            <pc:docMk/>
            <pc:sldMk cId="1569600865" sldId="262"/>
            <ac:spMk id="2" creationId="{77B5E2ED-D194-4805-A87F-90497FC8E275}"/>
          </ac:spMkLst>
        </pc:spChg>
        <pc:spChg chg="del mod">
          <ac:chgData name="Fred Fikter" userId="1515bd843270ac1b" providerId="LiveId" clId="{3DF1F239-020C-4335-9881-357081218C4B}" dt="2021-03-24T16:08:19.028" v="283" actId="478"/>
          <ac:spMkLst>
            <pc:docMk/>
            <pc:sldMk cId="1569600865" sldId="262"/>
            <ac:spMk id="3" creationId="{F8A87EEE-EEE6-4573-B1E1-8C0C8F44596D}"/>
          </ac:spMkLst>
        </pc:spChg>
        <pc:graphicFrameChg chg="add del mod modGraphic">
          <ac:chgData name="Fred Fikter" userId="1515bd843270ac1b" providerId="LiveId" clId="{3DF1F239-020C-4335-9881-357081218C4B}" dt="2021-03-24T15:56:00.370" v="75" actId="1032"/>
          <ac:graphicFrameMkLst>
            <pc:docMk/>
            <pc:sldMk cId="1569600865" sldId="262"/>
            <ac:graphicFrameMk id="6" creationId="{077D708D-B86A-45BC-9DDA-C929F6802C17}"/>
          </ac:graphicFrameMkLst>
        </pc:graphicFrameChg>
        <pc:graphicFrameChg chg="add mod modGraphic">
          <ac:chgData name="Fred Fikter" userId="1515bd843270ac1b" providerId="LiveId" clId="{3DF1F239-020C-4335-9881-357081218C4B}" dt="2021-03-24T16:35:38.742" v="1015" actId="207"/>
          <ac:graphicFrameMkLst>
            <pc:docMk/>
            <pc:sldMk cId="1569600865" sldId="262"/>
            <ac:graphicFrameMk id="7" creationId="{225F0CD7-E668-4516-ACD7-457D56E32771}"/>
          </ac:graphicFrameMkLst>
        </pc:graphicFrameChg>
      </pc:sldChg>
      <pc:sldChg chg="addSp delSp modSp new mod setBg setClrOvrMap">
        <pc:chgData name="Fred Fikter" userId="1515bd843270ac1b" providerId="LiveId" clId="{3DF1F239-020C-4335-9881-357081218C4B}" dt="2021-03-24T16:32:32.721" v="997" actId="26606"/>
        <pc:sldMkLst>
          <pc:docMk/>
          <pc:sldMk cId="4039009941" sldId="263"/>
        </pc:sldMkLst>
        <pc:spChg chg="mod">
          <ac:chgData name="Fred Fikter" userId="1515bd843270ac1b" providerId="LiveId" clId="{3DF1F239-020C-4335-9881-357081218C4B}" dt="2021-03-24T16:22:32.334" v="652" actId="26606"/>
          <ac:spMkLst>
            <pc:docMk/>
            <pc:sldMk cId="4039009941" sldId="263"/>
            <ac:spMk id="2" creationId="{21A52D96-F5C5-4C7E-A571-86CDE91E2D32}"/>
          </ac:spMkLst>
        </pc:spChg>
        <pc:spChg chg="del mod">
          <ac:chgData name="Fred Fikter" userId="1515bd843270ac1b" providerId="LiveId" clId="{3DF1F239-020C-4335-9881-357081218C4B}" dt="2021-03-24T16:22:09.322" v="651" actId="26606"/>
          <ac:spMkLst>
            <pc:docMk/>
            <pc:sldMk cId="4039009941" sldId="263"/>
            <ac:spMk id="3" creationId="{E7FFE35A-1237-4A97-AA6D-EA8C57F6C89B}"/>
          </ac:spMkLst>
        </pc:spChg>
        <pc:spChg chg="add del">
          <ac:chgData name="Fred Fikter" userId="1515bd843270ac1b" providerId="LiveId" clId="{3DF1F239-020C-4335-9881-357081218C4B}" dt="2021-03-24T16:22:32.334" v="652" actId="26606"/>
          <ac:spMkLst>
            <pc:docMk/>
            <pc:sldMk cId="4039009941" sldId="263"/>
            <ac:spMk id="17" creationId="{A791E548-71E9-4E48-95EF-028C1F694C62}"/>
          </ac:spMkLst>
        </pc:spChg>
        <pc:spChg chg="add del">
          <ac:chgData name="Fred Fikter" userId="1515bd843270ac1b" providerId="LiveId" clId="{3DF1F239-020C-4335-9881-357081218C4B}" dt="2021-03-24T16:22:32.334" v="652" actId="26606"/>
          <ac:spMkLst>
            <pc:docMk/>
            <pc:sldMk cId="4039009941" sldId="263"/>
            <ac:spMk id="19" creationId="{AAB5649A-D799-4BE2-9913-FFD6F2B4EE71}"/>
          </ac:spMkLst>
        </pc:spChg>
        <pc:spChg chg="add del">
          <ac:chgData name="Fred Fikter" userId="1515bd843270ac1b" providerId="LiveId" clId="{3DF1F239-020C-4335-9881-357081218C4B}" dt="2021-03-24T16:32:32.721" v="997" actId="26606"/>
          <ac:spMkLst>
            <pc:docMk/>
            <pc:sldMk cId="4039009941" sldId="263"/>
            <ac:spMk id="40" creationId="{5B2F4B0B-6CDE-4467-A567-7930C6692530}"/>
          </ac:spMkLst>
        </pc:spChg>
        <pc:spChg chg="add del">
          <ac:chgData name="Fred Fikter" userId="1515bd843270ac1b" providerId="LiveId" clId="{3DF1F239-020C-4335-9881-357081218C4B}" dt="2021-03-24T16:32:32.721" v="997" actId="26606"/>
          <ac:spMkLst>
            <pc:docMk/>
            <pc:sldMk cId="4039009941" sldId="263"/>
            <ac:spMk id="42" creationId="{4FBD904E-E2AA-40C0-9B75-6705C2936009}"/>
          </ac:spMkLst>
        </pc:spChg>
        <pc:spChg chg="add">
          <ac:chgData name="Fred Fikter" userId="1515bd843270ac1b" providerId="LiveId" clId="{3DF1F239-020C-4335-9881-357081218C4B}" dt="2021-03-24T16:32:32.721" v="997" actId="26606"/>
          <ac:spMkLst>
            <pc:docMk/>
            <pc:sldMk cId="4039009941" sldId="263"/>
            <ac:spMk id="63" creationId="{5B2F4B0B-6CDE-4467-A567-7930C6692530}"/>
          </ac:spMkLst>
        </pc:spChg>
        <pc:spChg chg="add">
          <ac:chgData name="Fred Fikter" userId="1515bd843270ac1b" providerId="LiveId" clId="{3DF1F239-020C-4335-9881-357081218C4B}" dt="2021-03-24T16:32:32.721" v="997" actId="26606"/>
          <ac:spMkLst>
            <pc:docMk/>
            <pc:sldMk cId="4039009941" sldId="263"/>
            <ac:spMk id="65" creationId="{4FBD904E-E2AA-40C0-9B75-6705C2936009}"/>
          </ac:spMkLst>
        </pc:spChg>
        <pc:grpChg chg="add del">
          <ac:chgData name="Fred Fikter" userId="1515bd843270ac1b" providerId="LiveId" clId="{3DF1F239-020C-4335-9881-357081218C4B}" dt="2021-03-24T16:22:32.334" v="652" actId="26606"/>
          <ac:grpSpMkLst>
            <pc:docMk/>
            <pc:sldMk cId="4039009941" sldId="263"/>
            <ac:grpSpMk id="9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22:32.334" v="652" actId="26606"/>
          <ac:grpSpMkLst>
            <pc:docMk/>
            <pc:sldMk cId="4039009941" sldId="263"/>
            <ac:grpSpMk id="21" creationId="{2F723DE5-3668-495B-86B4-1F6867DD0043}"/>
          </ac:grpSpMkLst>
        </pc:grpChg>
        <pc:grpChg chg="add del">
          <ac:chgData name="Fred Fikter" userId="1515bd843270ac1b" providerId="LiveId" clId="{3DF1F239-020C-4335-9881-357081218C4B}" dt="2021-03-24T16:32:32.721" v="997" actId="26606"/>
          <ac:grpSpMkLst>
            <pc:docMk/>
            <pc:sldMk cId="4039009941" sldId="263"/>
            <ac:grpSpMk id="32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6:32:32.721" v="997" actId="26606"/>
          <ac:grpSpMkLst>
            <pc:docMk/>
            <pc:sldMk cId="4039009941" sldId="263"/>
            <ac:grpSpMk id="44" creationId="{C2CA0337-9B09-4746-93D0-7E92F422020B}"/>
          </ac:grpSpMkLst>
        </pc:grpChg>
        <pc:grpChg chg="add">
          <ac:chgData name="Fred Fikter" userId="1515bd843270ac1b" providerId="LiveId" clId="{3DF1F239-020C-4335-9881-357081218C4B}" dt="2021-03-24T16:32:32.721" v="997" actId="26606"/>
          <ac:grpSpMkLst>
            <pc:docMk/>
            <pc:sldMk cId="4039009941" sldId="263"/>
            <ac:grpSpMk id="55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6:32:32.721" v="997" actId="26606"/>
          <ac:grpSpMkLst>
            <pc:docMk/>
            <pc:sldMk cId="4039009941" sldId="263"/>
            <ac:grpSpMk id="67" creationId="{C2CA0337-9B09-4746-93D0-7E92F422020B}"/>
          </ac:grpSpMkLst>
        </pc:grpChg>
        <pc:graphicFrameChg chg="add mod modGraphic">
          <ac:chgData name="Fred Fikter" userId="1515bd843270ac1b" providerId="LiveId" clId="{3DF1F239-020C-4335-9881-357081218C4B}" dt="2021-03-24T16:32:32.721" v="997" actId="26606"/>
          <ac:graphicFrameMkLst>
            <pc:docMk/>
            <pc:sldMk cId="4039009941" sldId="263"/>
            <ac:graphicFrameMk id="5" creationId="{023CB0BD-2C5F-404A-AA87-40BCA04975DC}"/>
          </ac:graphicFrameMkLst>
        </pc:graphicFrameChg>
      </pc:sldChg>
      <pc:sldChg chg="addSp delSp modSp add mod setBg setClrOvrMap">
        <pc:chgData name="Fred Fikter" userId="1515bd843270ac1b" providerId="LiveId" clId="{3DF1F239-020C-4335-9881-357081218C4B}" dt="2021-03-24T17:50:50.183" v="1030" actId="26606"/>
        <pc:sldMkLst>
          <pc:docMk/>
          <pc:sldMk cId="0" sldId="264"/>
        </pc:sldMkLst>
        <pc:spChg chg="mod">
          <ac:chgData name="Fred Fikter" userId="1515bd843270ac1b" providerId="LiveId" clId="{3DF1F239-020C-4335-9881-357081218C4B}" dt="2021-03-24T17:50:50.183" v="1030" actId="26606"/>
          <ac:spMkLst>
            <pc:docMk/>
            <pc:sldMk cId="0" sldId="264"/>
            <ac:spMk id="87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7:50:50.183" v="1030" actId="26606"/>
          <ac:spMkLst>
            <pc:docMk/>
            <pc:sldMk cId="0" sldId="264"/>
            <ac:spMk id="88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7:50:16.350" v="1027" actId="26606"/>
          <ac:spMkLst>
            <pc:docMk/>
            <pc:sldMk cId="0" sldId="264"/>
            <ac:spMk id="101" creationId="{F659138C-74A1-445B-848C-3608AE871A9F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05" creationId="{45E4A74B-6514-424A-ADFA-C232FA6B9018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07" creationId="{F61C5C86-C785-4B92-9F2D-133B8B8C24F5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09" creationId="{954D0BF9-002C-4D3A-A222-C166094A5D1D}"/>
          </ac:spMkLst>
        </pc:spChg>
        <pc:spChg chg="add del">
          <ac:chgData name="Fred Fikter" userId="1515bd843270ac1b" providerId="LiveId" clId="{3DF1F239-020C-4335-9881-357081218C4B}" dt="2021-03-24T17:50:16.350" v="1027" actId="26606"/>
          <ac:spMkLst>
            <pc:docMk/>
            <pc:sldMk cId="0" sldId="264"/>
            <ac:spMk id="111" creationId="{225F4217-4021-45A0-812B-398F9A7A93F9}"/>
          </ac:spMkLst>
        </pc:spChg>
        <pc:spChg chg="add del">
          <ac:chgData name="Fred Fikter" userId="1515bd843270ac1b" providerId="LiveId" clId="{3DF1F239-020C-4335-9881-357081218C4B}" dt="2021-03-24T17:50:16.350" v="1027" actId="26606"/>
          <ac:spMkLst>
            <pc:docMk/>
            <pc:sldMk cId="0" sldId="264"/>
            <ac:spMk id="112" creationId="{00000000-0000-0000-0000-000000000000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15" creationId="{22A94CDB-5D63-4C75-9CB6-6C18CDF372F0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18" creationId="{24DFAAE7-061D-4086-99EC-872CB305082A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19" creationId="{E7570099-A243-48DD-9EAE-36F4AC095B94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20" creationId="{6080EB6E-D69F-43B1-91EC-75C303342580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21" creationId="{21BA816A-EE68-4A96-BA05-73303B2F4FE7}"/>
          </ac:spMkLst>
        </pc:spChg>
        <pc:spChg chg="add del">
          <ac:chgData name="Fred Fikter" userId="1515bd843270ac1b" providerId="LiveId" clId="{3DF1F239-020C-4335-9881-357081218C4B}" dt="2021-03-24T17:50:50.167" v="1029" actId="26606"/>
          <ac:spMkLst>
            <pc:docMk/>
            <pc:sldMk cId="0" sldId="264"/>
            <ac:spMk id="122" creationId="{00000000-0000-0000-0000-000000000000}"/>
          </ac:spMkLst>
        </pc:spChg>
        <pc:spChg chg="add">
          <ac:chgData name="Fred Fikter" userId="1515bd843270ac1b" providerId="LiveId" clId="{3DF1F239-020C-4335-9881-357081218C4B}" dt="2021-03-24T17:50:50.183" v="1030" actId="26606"/>
          <ac:spMkLst>
            <pc:docMk/>
            <pc:sldMk cId="0" sldId="264"/>
            <ac:spMk id="126" creationId="{C8643778-7F6C-4E8D-84D1-D5CDB9928191}"/>
          </ac:spMkLst>
        </pc:spChg>
        <pc:spChg chg="add">
          <ac:chgData name="Fred Fikter" userId="1515bd843270ac1b" providerId="LiveId" clId="{3DF1F239-020C-4335-9881-357081218C4B}" dt="2021-03-24T17:50:50.183" v="1030" actId="26606"/>
          <ac:spMkLst>
            <pc:docMk/>
            <pc:sldMk cId="0" sldId="264"/>
            <ac:spMk id="127" creationId="{1D22F88D-6907-48AF-B024-346E855E0D96}"/>
          </ac:spMkLst>
        </pc:spChg>
        <pc:spChg chg="add">
          <ac:chgData name="Fred Fikter" userId="1515bd843270ac1b" providerId="LiveId" clId="{3DF1F239-020C-4335-9881-357081218C4B}" dt="2021-03-24T17:50:50.183" v="1030" actId="26606"/>
          <ac:spMkLst>
            <pc:docMk/>
            <pc:sldMk cId="0" sldId="264"/>
            <ac:spMk id="132" creationId="{00000000-0000-0000-0000-000000000000}"/>
          </ac:spMkLst>
        </pc:spChg>
        <pc:grpChg chg="add del">
          <ac:chgData name="Fred Fikter" userId="1515bd843270ac1b" providerId="LiveId" clId="{3DF1F239-020C-4335-9881-357081218C4B}" dt="2021-03-24T17:50:16.350" v="1027" actId="26606"/>
          <ac:grpSpMkLst>
            <pc:docMk/>
            <pc:sldMk cId="0" sldId="264"/>
            <ac:grpSpMk id="93" creationId="{3F1527C3-06F4-4F4D-B364-8E97266450C5}"/>
          </ac:grpSpMkLst>
        </pc:grpChg>
        <pc:grpChg chg="add del">
          <ac:chgData name="Fred Fikter" userId="1515bd843270ac1b" providerId="LiveId" clId="{3DF1F239-020C-4335-9881-357081218C4B}" dt="2021-03-24T17:50:09.381" v="1023" actId="26606"/>
          <ac:grpSpMkLst>
            <pc:docMk/>
            <pc:sldMk cId="0" sldId="264"/>
            <ac:grpSpMk id="94" creationId="{E394F7BC-8F83-4AD8-97A7-2D5458C0AB18}"/>
          </ac:grpSpMkLst>
        </pc:grpChg>
        <pc:grpChg chg="add del">
          <ac:chgData name="Fred Fikter" userId="1515bd843270ac1b" providerId="LiveId" clId="{3DF1F239-020C-4335-9881-357081218C4B}" dt="2021-03-24T17:50:16.350" v="1027" actId="26606"/>
          <ac:grpSpMkLst>
            <pc:docMk/>
            <pc:sldMk cId="0" sldId="264"/>
            <ac:grpSpMk id="103" creationId="{7DFD7409-66D7-4C9C-B528-E79EB64A4D31}"/>
          </ac:grpSpMkLst>
        </pc:grpChg>
        <pc:grpChg chg="add del">
          <ac:chgData name="Fred Fikter" userId="1515bd843270ac1b" providerId="LiveId" clId="{3DF1F239-020C-4335-9881-357081218C4B}" dt="2021-03-24T17:50:50.167" v="1029" actId="26606"/>
          <ac:grpSpMkLst>
            <pc:docMk/>
            <pc:sldMk cId="0" sldId="264"/>
            <ac:grpSpMk id="116" creationId="{3F1527C3-06F4-4F4D-B364-8E97266450C5}"/>
          </ac:grpSpMkLst>
        </pc:grpChg>
        <pc:grpChg chg="add">
          <ac:chgData name="Fred Fikter" userId="1515bd843270ac1b" providerId="LiveId" clId="{3DF1F239-020C-4335-9881-357081218C4B}" dt="2021-03-24T17:50:50.183" v="1030" actId="26606"/>
          <ac:grpSpMkLst>
            <pc:docMk/>
            <pc:sldMk cId="0" sldId="264"/>
            <ac:grpSpMk id="124" creationId="{3F1527C3-06F4-4F4D-B364-8E97266450C5}"/>
          </ac:grpSpMkLst>
        </pc:grpChg>
        <pc:grpChg chg="add">
          <ac:chgData name="Fred Fikter" userId="1515bd843270ac1b" providerId="LiveId" clId="{3DF1F239-020C-4335-9881-357081218C4B}" dt="2021-03-24T17:50:50.183" v="1030" actId="26606"/>
          <ac:grpSpMkLst>
            <pc:docMk/>
            <pc:sldMk cId="0" sldId="264"/>
            <ac:grpSpMk id="128" creationId="{F3842748-48B5-4DD0-A06A-A31C74024A99}"/>
          </ac:grpSpMkLst>
        </pc:grpChg>
        <pc:graphicFrameChg chg="add del">
          <ac:chgData name="Fred Fikter" userId="1515bd843270ac1b" providerId="LiveId" clId="{3DF1F239-020C-4335-9881-357081218C4B}" dt="2021-03-24T17:50:09.381" v="1023" actId="26606"/>
          <ac:graphicFrameMkLst>
            <pc:docMk/>
            <pc:sldMk cId="0" sldId="264"/>
            <ac:graphicFrameMk id="90" creationId="{A842D280-1095-4261-A877-AE2C835D870B}"/>
          </ac:graphicFrameMkLst>
        </pc:graphicFrameChg>
        <pc:graphicFrameChg chg="add del">
          <ac:chgData name="Fred Fikter" userId="1515bd843270ac1b" providerId="LiveId" clId="{3DF1F239-020C-4335-9881-357081218C4B}" dt="2021-03-24T17:50:15.341" v="1025" actId="26606"/>
          <ac:graphicFrameMkLst>
            <pc:docMk/>
            <pc:sldMk cId="0" sldId="264"/>
            <ac:graphicFrameMk id="102" creationId="{71C6AB0D-306E-46C8-9521-71BDD91B9D0F}"/>
          </ac:graphicFrameMkLst>
        </pc:graphicFrameChg>
        <pc:cxnChg chg="add del">
          <ac:chgData name="Fred Fikter" userId="1515bd843270ac1b" providerId="LiveId" clId="{3DF1F239-020C-4335-9881-357081218C4B}" dt="2021-03-24T17:50:16.350" v="1027" actId="26606"/>
          <ac:cxnSpMkLst>
            <pc:docMk/>
            <pc:sldMk cId="0" sldId="264"/>
            <ac:cxnSpMk id="113" creationId="{486F4EBC-E415-40E4-A8BA-BA66F0B632CB}"/>
          </ac:cxnSpMkLst>
        </pc:cxnChg>
      </pc:sldChg>
      <pc:sldChg chg="addSp delSp modSp add mod setBg setClrOvrMap">
        <pc:chgData name="Fred Fikter" userId="1515bd843270ac1b" providerId="LiveId" clId="{3DF1F239-020C-4335-9881-357081218C4B}" dt="2021-03-24T17:52:04.328" v="1034" actId="26606"/>
        <pc:sldMkLst>
          <pc:docMk/>
          <pc:sldMk cId="0" sldId="265"/>
        </pc:sldMkLst>
        <pc:spChg chg="mod">
          <ac:chgData name="Fred Fikter" userId="1515bd843270ac1b" providerId="LiveId" clId="{3DF1F239-020C-4335-9881-357081218C4B}" dt="2021-03-24T17:52:04.328" v="1034" actId="26606"/>
          <ac:spMkLst>
            <pc:docMk/>
            <pc:sldMk cId="0" sldId="265"/>
            <ac:spMk id="60" creationId="{00000000-0000-0000-0000-000000000000}"/>
          </ac:spMkLst>
        </pc:spChg>
        <pc:spChg chg="del">
          <ac:chgData name="Fred Fikter" userId="1515bd843270ac1b" providerId="LiveId" clId="{3DF1F239-020C-4335-9881-357081218C4B}" dt="2021-03-24T17:52:04.328" v="1034" actId="26606"/>
          <ac:spMkLst>
            <pc:docMk/>
            <pc:sldMk cId="0" sldId="265"/>
            <ac:spMk id="61" creationId="{00000000-0000-0000-0000-000000000000}"/>
          </ac:spMkLst>
        </pc:spChg>
        <pc:spChg chg="add">
          <ac:chgData name="Fred Fikter" userId="1515bd843270ac1b" providerId="LiveId" clId="{3DF1F239-020C-4335-9881-357081218C4B}" dt="2021-03-24T17:52:04.328" v="1034" actId="26606"/>
          <ac:spMkLst>
            <pc:docMk/>
            <pc:sldMk cId="0" sldId="265"/>
            <ac:spMk id="75" creationId="{5B2F4B0B-6CDE-4467-A567-7930C6692530}"/>
          </ac:spMkLst>
        </pc:spChg>
        <pc:spChg chg="add">
          <ac:chgData name="Fred Fikter" userId="1515bd843270ac1b" providerId="LiveId" clId="{3DF1F239-020C-4335-9881-357081218C4B}" dt="2021-03-24T17:52:04.328" v="1034" actId="26606"/>
          <ac:spMkLst>
            <pc:docMk/>
            <pc:sldMk cId="0" sldId="265"/>
            <ac:spMk id="77" creationId="{4FBD904E-E2AA-40C0-9B75-6705C2936009}"/>
          </ac:spMkLst>
        </pc:spChg>
        <pc:grpChg chg="add">
          <ac:chgData name="Fred Fikter" userId="1515bd843270ac1b" providerId="LiveId" clId="{3DF1F239-020C-4335-9881-357081218C4B}" dt="2021-03-24T17:52:04.328" v="1034" actId="26606"/>
          <ac:grpSpMkLst>
            <pc:docMk/>
            <pc:sldMk cId="0" sldId="265"/>
            <ac:grpSpMk id="67" creationId="{E394F7BC-8F83-4AD8-97A7-2D5458C0AB18}"/>
          </ac:grpSpMkLst>
        </pc:grpChg>
        <pc:grpChg chg="add">
          <ac:chgData name="Fred Fikter" userId="1515bd843270ac1b" providerId="LiveId" clId="{3DF1F239-020C-4335-9881-357081218C4B}" dt="2021-03-24T17:52:04.328" v="1034" actId="26606"/>
          <ac:grpSpMkLst>
            <pc:docMk/>
            <pc:sldMk cId="0" sldId="265"/>
            <ac:grpSpMk id="79" creationId="{C2CA0337-9B09-4746-93D0-7E92F422020B}"/>
          </ac:grpSpMkLst>
        </pc:grpChg>
        <pc:graphicFrameChg chg="add">
          <ac:chgData name="Fred Fikter" userId="1515bd843270ac1b" providerId="LiveId" clId="{3DF1F239-020C-4335-9881-357081218C4B}" dt="2021-03-24T17:52:04.328" v="1034" actId="26606"/>
          <ac:graphicFrameMkLst>
            <pc:docMk/>
            <pc:sldMk cId="0" sldId="265"/>
            <ac:graphicFrameMk id="63" creationId="{57348FE2-E959-4079-8DBD-7B19D97EC53D}"/>
          </ac:graphicFrameMkLst>
        </pc:graphicFrameChg>
      </pc:sldChg>
      <pc:sldMasterChg chg="setBg">
        <pc:chgData name="Fred Fikter" userId="1515bd843270ac1b" providerId="LiveId" clId="{3DF1F239-020C-4335-9881-357081218C4B}" dt="2021-03-24T15:50:45.666" v="9"/>
        <pc:sldMasterMkLst>
          <pc:docMk/>
          <pc:sldMasterMk cId="510977438" sldId="2147483679"/>
        </pc:sldMasterMkLst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accent5_2">
  <dgm:title val=""/>
  <dgm:desc val=""/>
  <dgm:catLst>
    <dgm:cat type="accent5" pri="15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90EC06-2382-40B8-9E8B-93EB2E21AA2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2E26AC4-1DAC-482F-8499-6375F991C3CF}">
      <dgm:prSet/>
      <dgm:spPr/>
      <dgm:t>
        <a:bodyPr/>
        <a:lstStyle/>
        <a:p>
          <a:r>
            <a:rPr lang="en-US"/>
            <a:t>Programming Language: Python</a:t>
          </a:r>
        </a:p>
      </dgm:t>
    </dgm:pt>
    <dgm:pt modelId="{8E7B18D6-5C02-447F-B1B1-730BD33CFD75}" type="parTrans" cxnId="{8B8224F2-84BF-4EF1-AF78-B858BCFB6E86}">
      <dgm:prSet/>
      <dgm:spPr/>
      <dgm:t>
        <a:bodyPr/>
        <a:lstStyle/>
        <a:p>
          <a:endParaRPr lang="en-US"/>
        </a:p>
      </dgm:t>
    </dgm:pt>
    <dgm:pt modelId="{86CAE767-107F-42EE-B9B6-768BB7AACAE7}" type="sibTrans" cxnId="{8B8224F2-84BF-4EF1-AF78-B858BCFB6E86}">
      <dgm:prSet/>
      <dgm:spPr/>
      <dgm:t>
        <a:bodyPr/>
        <a:lstStyle/>
        <a:p>
          <a:endParaRPr lang="en-US"/>
        </a:p>
      </dgm:t>
    </dgm:pt>
    <dgm:pt modelId="{1960961D-BA30-4F25-9AFD-601A1CD38FA2}">
      <dgm:prSet/>
      <dgm:spPr/>
      <dgm:t>
        <a:bodyPr/>
        <a:lstStyle/>
        <a:p>
          <a:r>
            <a:rPr lang="en-US"/>
            <a:t>Version: 3.9</a:t>
          </a:r>
        </a:p>
      </dgm:t>
    </dgm:pt>
    <dgm:pt modelId="{99E52778-4391-4150-8608-12700EDFE008}" type="parTrans" cxnId="{FE212743-2AAA-4626-AA3B-EC039E8A6008}">
      <dgm:prSet/>
      <dgm:spPr/>
      <dgm:t>
        <a:bodyPr/>
        <a:lstStyle/>
        <a:p>
          <a:endParaRPr lang="en-US"/>
        </a:p>
      </dgm:t>
    </dgm:pt>
    <dgm:pt modelId="{BC6CBA64-C9B5-49A8-B55D-2C45541FA087}" type="sibTrans" cxnId="{FE212743-2AAA-4626-AA3B-EC039E8A6008}">
      <dgm:prSet/>
      <dgm:spPr/>
      <dgm:t>
        <a:bodyPr/>
        <a:lstStyle/>
        <a:p>
          <a:endParaRPr lang="en-US"/>
        </a:p>
      </dgm:t>
    </dgm:pt>
    <dgm:pt modelId="{0E683510-3213-4C66-B548-4E354EDA5F4D}">
      <dgm:prSet/>
      <dgm:spPr/>
      <dgm:t>
        <a:bodyPr/>
        <a:lstStyle/>
        <a:p>
          <a:r>
            <a:rPr lang="en-US"/>
            <a:t>Framework: Django</a:t>
          </a:r>
        </a:p>
      </dgm:t>
    </dgm:pt>
    <dgm:pt modelId="{3C0B75CD-A0A3-4CFE-810B-4641F6D74D76}" type="parTrans" cxnId="{535C3679-0430-434D-8065-CD8E5046FD9F}">
      <dgm:prSet/>
      <dgm:spPr/>
      <dgm:t>
        <a:bodyPr/>
        <a:lstStyle/>
        <a:p>
          <a:endParaRPr lang="en-US"/>
        </a:p>
      </dgm:t>
    </dgm:pt>
    <dgm:pt modelId="{403004C2-D711-496E-9196-2D206E559DCE}" type="sibTrans" cxnId="{535C3679-0430-434D-8065-CD8E5046FD9F}">
      <dgm:prSet/>
      <dgm:spPr/>
      <dgm:t>
        <a:bodyPr/>
        <a:lstStyle/>
        <a:p>
          <a:endParaRPr lang="en-US"/>
        </a:p>
      </dgm:t>
    </dgm:pt>
    <dgm:pt modelId="{69EF4AA0-6C92-4822-929C-8F5FE74B18EB}">
      <dgm:prSet/>
      <dgm:spPr/>
      <dgm:t>
        <a:bodyPr/>
        <a:lstStyle/>
        <a:p>
          <a:r>
            <a:rPr lang="en-US"/>
            <a:t>Django is a high-level, free and open-source, Python Web framework that encourages rapid development and clean, pragmatic design.</a:t>
          </a:r>
        </a:p>
      </dgm:t>
    </dgm:pt>
    <dgm:pt modelId="{B03103D1-6AD7-4F25-949E-1500BD3EC932}" type="parTrans" cxnId="{F88FFA4A-F325-46C7-9D77-82248154F372}">
      <dgm:prSet/>
      <dgm:spPr/>
      <dgm:t>
        <a:bodyPr/>
        <a:lstStyle/>
        <a:p>
          <a:endParaRPr lang="en-US"/>
        </a:p>
      </dgm:t>
    </dgm:pt>
    <dgm:pt modelId="{78779556-E211-44CF-AF2A-39E54E1E02D1}" type="sibTrans" cxnId="{F88FFA4A-F325-46C7-9D77-82248154F372}">
      <dgm:prSet/>
      <dgm:spPr/>
      <dgm:t>
        <a:bodyPr/>
        <a:lstStyle/>
        <a:p>
          <a:endParaRPr lang="en-US"/>
        </a:p>
      </dgm:t>
    </dgm:pt>
    <dgm:pt modelId="{D053C706-5EDC-4ED6-B067-98C333AEC95B}">
      <dgm:prSet/>
      <dgm:spPr/>
      <dgm:t>
        <a:bodyPr/>
        <a:lstStyle/>
        <a:p>
          <a:r>
            <a:rPr lang="en-US"/>
            <a:t>Django makes it easier to build better Web apps more quickly and with less code.</a:t>
          </a:r>
        </a:p>
      </dgm:t>
    </dgm:pt>
    <dgm:pt modelId="{13E9F906-90FC-478F-8838-CB7CE04370DB}" type="parTrans" cxnId="{9340C720-A38F-4DDB-9CD6-CE897EDAE760}">
      <dgm:prSet/>
      <dgm:spPr/>
      <dgm:t>
        <a:bodyPr/>
        <a:lstStyle/>
        <a:p>
          <a:endParaRPr lang="en-US"/>
        </a:p>
      </dgm:t>
    </dgm:pt>
    <dgm:pt modelId="{4278ED36-BC5F-41B4-8D8C-D85F4BC8A933}" type="sibTrans" cxnId="{9340C720-A38F-4DDB-9CD6-CE897EDAE760}">
      <dgm:prSet/>
      <dgm:spPr/>
      <dgm:t>
        <a:bodyPr/>
        <a:lstStyle/>
        <a:p>
          <a:endParaRPr lang="en-US"/>
        </a:p>
      </dgm:t>
    </dgm:pt>
    <dgm:pt modelId="{4B1FBE06-B7D3-4A5F-BB9D-F127284CEA48}">
      <dgm:prSet/>
      <dgm:spPr/>
      <dgm:t>
        <a:bodyPr/>
        <a:lstStyle/>
        <a:p>
          <a:r>
            <a:rPr lang="en-US"/>
            <a:t>Database: PostgreSQL</a:t>
          </a:r>
        </a:p>
      </dgm:t>
    </dgm:pt>
    <dgm:pt modelId="{848D6F4F-3872-4998-BF94-FF4662780272}" type="parTrans" cxnId="{42DC55BE-51CC-4A41-BE6E-5E5A4BD746FD}">
      <dgm:prSet/>
      <dgm:spPr/>
      <dgm:t>
        <a:bodyPr/>
        <a:lstStyle/>
        <a:p>
          <a:endParaRPr lang="en-US"/>
        </a:p>
      </dgm:t>
    </dgm:pt>
    <dgm:pt modelId="{D77EF2C0-E9EF-4BA4-A990-0D8411053BFF}" type="sibTrans" cxnId="{42DC55BE-51CC-4A41-BE6E-5E5A4BD746FD}">
      <dgm:prSet/>
      <dgm:spPr/>
      <dgm:t>
        <a:bodyPr/>
        <a:lstStyle/>
        <a:p>
          <a:endParaRPr lang="en-US"/>
        </a:p>
      </dgm:t>
    </dgm:pt>
    <dgm:pt modelId="{D2FBFCC1-09A1-48BB-998A-D882ECE9C8DE}">
      <dgm:prSet/>
      <dgm:spPr/>
      <dgm:t>
        <a:bodyPr/>
        <a:lstStyle/>
        <a:p>
          <a:r>
            <a:rPr lang="en-US"/>
            <a:t>PostgreSQL is a powerful, open-source object-relational database system.</a:t>
          </a:r>
        </a:p>
      </dgm:t>
    </dgm:pt>
    <dgm:pt modelId="{702E6C18-920E-4960-98E2-1EEA0C8DB00B}" type="parTrans" cxnId="{1738F6F1-265F-477A-BE18-B7B4FF2ABFAF}">
      <dgm:prSet/>
      <dgm:spPr/>
      <dgm:t>
        <a:bodyPr/>
        <a:lstStyle/>
        <a:p>
          <a:endParaRPr lang="en-US"/>
        </a:p>
      </dgm:t>
    </dgm:pt>
    <dgm:pt modelId="{A1D34B92-F473-490B-9E23-37825AE7C658}" type="sibTrans" cxnId="{1738F6F1-265F-477A-BE18-B7B4FF2ABFAF}">
      <dgm:prSet/>
      <dgm:spPr/>
      <dgm:t>
        <a:bodyPr/>
        <a:lstStyle/>
        <a:p>
          <a:endParaRPr lang="en-US"/>
        </a:p>
      </dgm:t>
    </dgm:pt>
    <dgm:pt modelId="{9F75FA49-F263-4510-A832-DCE83145F0C0}">
      <dgm:prSet/>
      <dgm:spPr/>
      <dgm:t>
        <a:bodyPr/>
        <a:lstStyle/>
        <a:p>
          <a:r>
            <a:rPr lang="en-US"/>
            <a:t>HTML, CSS, Bootstrap</a:t>
          </a:r>
        </a:p>
      </dgm:t>
    </dgm:pt>
    <dgm:pt modelId="{96EF4228-ACC7-42D2-948C-0E314F472B9C}" type="parTrans" cxnId="{54685AB5-C9BB-4DA5-95AC-12A93A919793}">
      <dgm:prSet/>
      <dgm:spPr/>
      <dgm:t>
        <a:bodyPr/>
        <a:lstStyle/>
        <a:p>
          <a:endParaRPr lang="en-US"/>
        </a:p>
      </dgm:t>
    </dgm:pt>
    <dgm:pt modelId="{324D840B-CD65-445B-A312-0DC7C7050A56}" type="sibTrans" cxnId="{54685AB5-C9BB-4DA5-95AC-12A93A919793}">
      <dgm:prSet/>
      <dgm:spPr/>
      <dgm:t>
        <a:bodyPr/>
        <a:lstStyle/>
        <a:p>
          <a:endParaRPr lang="en-US"/>
        </a:p>
      </dgm:t>
    </dgm:pt>
    <dgm:pt modelId="{98EC96CF-94AB-47BC-AB46-4160EB32378E}">
      <dgm:prSet/>
      <dgm:spPr/>
      <dgm:t>
        <a:bodyPr/>
        <a:lstStyle/>
        <a:p>
          <a:r>
            <a:rPr lang="en-US"/>
            <a:t>For front end design.</a:t>
          </a:r>
        </a:p>
      </dgm:t>
    </dgm:pt>
    <dgm:pt modelId="{57915B8C-BD4B-4C81-BBC3-16D6A7AC706C}" type="parTrans" cxnId="{116AC8D2-F51D-4EB3-BE6E-B80347447A98}">
      <dgm:prSet/>
      <dgm:spPr/>
      <dgm:t>
        <a:bodyPr/>
        <a:lstStyle/>
        <a:p>
          <a:endParaRPr lang="en-US"/>
        </a:p>
      </dgm:t>
    </dgm:pt>
    <dgm:pt modelId="{B351C2A7-32B3-4AFB-B24D-34B26FB24728}" type="sibTrans" cxnId="{116AC8D2-F51D-4EB3-BE6E-B80347447A98}">
      <dgm:prSet/>
      <dgm:spPr/>
      <dgm:t>
        <a:bodyPr/>
        <a:lstStyle/>
        <a:p>
          <a:endParaRPr lang="en-US"/>
        </a:p>
      </dgm:t>
    </dgm:pt>
    <dgm:pt modelId="{5F3EB6B7-3AFC-4840-896C-1D75CE299BF6}" type="pres">
      <dgm:prSet presAssocID="{DE90EC06-2382-40B8-9E8B-93EB2E21AA23}" presName="linear" presStyleCnt="0">
        <dgm:presLayoutVars>
          <dgm:animLvl val="lvl"/>
          <dgm:resizeHandles val="exact"/>
        </dgm:presLayoutVars>
      </dgm:prSet>
      <dgm:spPr/>
    </dgm:pt>
    <dgm:pt modelId="{3E3F54BF-ED24-448D-9265-AB9F4DF5B3F8}" type="pres">
      <dgm:prSet presAssocID="{12E26AC4-1DAC-482F-8499-6375F991C3CF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CF02DB0B-1BF2-427E-BAE9-8288E48E17F7}" type="pres">
      <dgm:prSet presAssocID="{12E26AC4-1DAC-482F-8499-6375F991C3CF}" presName="childText" presStyleLbl="revTx" presStyleIdx="0" presStyleCnt="1">
        <dgm:presLayoutVars>
          <dgm:bulletEnabled val="1"/>
        </dgm:presLayoutVars>
      </dgm:prSet>
      <dgm:spPr/>
    </dgm:pt>
    <dgm:pt modelId="{7EF1D727-620D-4326-98E8-2853AE37D2DF}" type="pres">
      <dgm:prSet presAssocID="{0E683510-3213-4C66-B548-4E354EDA5F4D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26FF969-4064-4A41-88AA-C5DBF7123359}" type="pres">
      <dgm:prSet presAssocID="{403004C2-D711-496E-9196-2D206E559DCE}" presName="spacer" presStyleCnt="0"/>
      <dgm:spPr/>
    </dgm:pt>
    <dgm:pt modelId="{37E3F2F7-841C-4E01-A789-AEED7EC7EBE6}" type="pres">
      <dgm:prSet presAssocID="{69EF4AA0-6C92-4822-929C-8F5FE74B18EB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1B088F9D-EA09-47B6-994C-AC78F53F90D5}" type="pres">
      <dgm:prSet presAssocID="{78779556-E211-44CF-AF2A-39E54E1E02D1}" presName="spacer" presStyleCnt="0"/>
      <dgm:spPr/>
    </dgm:pt>
    <dgm:pt modelId="{02E2ACFE-2A9A-409D-BA31-16DF146E317C}" type="pres">
      <dgm:prSet presAssocID="{D053C706-5EDC-4ED6-B067-98C333AEC95B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2ACB99D5-896B-4B33-8170-2664F93E053C}" type="pres">
      <dgm:prSet presAssocID="{4278ED36-BC5F-41B4-8D8C-D85F4BC8A933}" presName="spacer" presStyleCnt="0"/>
      <dgm:spPr/>
    </dgm:pt>
    <dgm:pt modelId="{35893984-A34A-44D9-9B02-1E2D76914602}" type="pres">
      <dgm:prSet presAssocID="{4B1FBE06-B7D3-4A5F-BB9D-F127284CEA48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7CD223D8-EEC2-4D62-AA19-97FFBF0928CC}" type="pres">
      <dgm:prSet presAssocID="{D77EF2C0-E9EF-4BA4-A990-0D8411053BFF}" presName="spacer" presStyleCnt="0"/>
      <dgm:spPr/>
    </dgm:pt>
    <dgm:pt modelId="{23D608D8-2861-400A-BECC-57A3E843E4B1}" type="pres">
      <dgm:prSet presAssocID="{D2FBFCC1-09A1-48BB-998A-D882ECE9C8DE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79E8137E-0FA6-4219-B350-06539ABB13CC}" type="pres">
      <dgm:prSet presAssocID="{A1D34B92-F473-490B-9E23-37825AE7C658}" presName="spacer" presStyleCnt="0"/>
      <dgm:spPr/>
    </dgm:pt>
    <dgm:pt modelId="{608B5A12-7538-422A-97CD-B7A843D3DD5C}" type="pres">
      <dgm:prSet presAssocID="{9F75FA49-F263-4510-A832-DCE83145F0C0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604D1C9F-F2BF-4F61-9F65-C72F042E1D0B}" type="pres">
      <dgm:prSet presAssocID="{324D840B-CD65-445B-A312-0DC7C7050A56}" presName="spacer" presStyleCnt="0"/>
      <dgm:spPr/>
    </dgm:pt>
    <dgm:pt modelId="{35022582-6CCC-4334-81A1-3AA7392E0C58}" type="pres">
      <dgm:prSet presAssocID="{98EC96CF-94AB-47BC-AB46-4160EB32378E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FD97A214-631C-428D-AD9C-FE08EB757912}" type="presOf" srcId="{DE90EC06-2382-40B8-9E8B-93EB2E21AA23}" destId="{5F3EB6B7-3AFC-4840-896C-1D75CE299BF6}" srcOrd="0" destOrd="0" presId="urn:microsoft.com/office/officeart/2005/8/layout/vList2"/>
    <dgm:cxn modelId="{9340C720-A38F-4DDB-9CD6-CE897EDAE760}" srcId="{DE90EC06-2382-40B8-9E8B-93EB2E21AA23}" destId="{D053C706-5EDC-4ED6-B067-98C333AEC95B}" srcOrd="3" destOrd="0" parTransId="{13E9F906-90FC-478F-8838-CB7CE04370DB}" sibTransId="{4278ED36-BC5F-41B4-8D8C-D85F4BC8A933}"/>
    <dgm:cxn modelId="{FE212743-2AAA-4626-AA3B-EC039E8A6008}" srcId="{12E26AC4-1DAC-482F-8499-6375F991C3CF}" destId="{1960961D-BA30-4F25-9AFD-601A1CD38FA2}" srcOrd="0" destOrd="0" parTransId="{99E52778-4391-4150-8608-12700EDFE008}" sibTransId="{BC6CBA64-C9B5-49A8-B55D-2C45541FA087}"/>
    <dgm:cxn modelId="{F88FFA4A-F325-46C7-9D77-82248154F372}" srcId="{DE90EC06-2382-40B8-9E8B-93EB2E21AA23}" destId="{69EF4AA0-6C92-4822-929C-8F5FE74B18EB}" srcOrd="2" destOrd="0" parTransId="{B03103D1-6AD7-4F25-949E-1500BD3EC932}" sibTransId="{78779556-E211-44CF-AF2A-39E54E1E02D1}"/>
    <dgm:cxn modelId="{535C3679-0430-434D-8065-CD8E5046FD9F}" srcId="{DE90EC06-2382-40B8-9E8B-93EB2E21AA23}" destId="{0E683510-3213-4C66-B548-4E354EDA5F4D}" srcOrd="1" destOrd="0" parTransId="{3C0B75CD-A0A3-4CFE-810B-4641F6D74D76}" sibTransId="{403004C2-D711-496E-9196-2D206E559DCE}"/>
    <dgm:cxn modelId="{D27B4D7C-20C5-476C-A8FE-D89F93042368}" type="presOf" srcId="{0E683510-3213-4C66-B548-4E354EDA5F4D}" destId="{7EF1D727-620D-4326-98E8-2853AE37D2DF}" srcOrd="0" destOrd="0" presId="urn:microsoft.com/office/officeart/2005/8/layout/vList2"/>
    <dgm:cxn modelId="{3B392E87-0810-4B0D-9878-2DAF7CA0CCF1}" type="presOf" srcId="{12E26AC4-1DAC-482F-8499-6375F991C3CF}" destId="{3E3F54BF-ED24-448D-9265-AB9F4DF5B3F8}" srcOrd="0" destOrd="0" presId="urn:microsoft.com/office/officeart/2005/8/layout/vList2"/>
    <dgm:cxn modelId="{4B0BED94-857F-48FC-8B67-4FFEF0B0C8B4}" type="presOf" srcId="{69EF4AA0-6C92-4822-929C-8F5FE74B18EB}" destId="{37E3F2F7-841C-4E01-A789-AEED7EC7EBE6}" srcOrd="0" destOrd="0" presId="urn:microsoft.com/office/officeart/2005/8/layout/vList2"/>
    <dgm:cxn modelId="{A3E9939B-9E97-4F52-ACD2-01A9BE9D563D}" type="presOf" srcId="{98EC96CF-94AB-47BC-AB46-4160EB32378E}" destId="{35022582-6CCC-4334-81A1-3AA7392E0C58}" srcOrd="0" destOrd="0" presId="urn:microsoft.com/office/officeart/2005/8/layout/vList2"/>
    <dgm:cxn modelId="{33D430A0-6C72-44D9-BBC6-4400EFB319CE}" type="presOf" srcId="{D053C706-5EDC-4ED6-B067-98C333AEC95B}" destId="{02E2ACFE-2A9A-409D-BA31-16DF146E317C}" srcOrd="0" destOrd="0" presId="urn:microsoft.com/office/officeart/2005/8/layout/vList2"/>
    <dgm:cxn modelId="{739467A6-23FB-4FFB-B84E-FAFD6C112ABB}" type="presOf" srcId="{1960961D-BA30-4F25-9AFD-601A1CD38FA2}" destId="{CF02DB0B-1BF2-427E-BAE9-8288E48E17F7}" srcOrd="0" destOrd="0" presId="urn:microsoft.com/office/officeart/2005/8/layout/vList2"/>
    <dgm:cxn modelId="{54685AB5-C9BB-4DA5-95AC-12A93A919793}" srcId="{DE90EC06-2382-40B8-9E8B-93EB2E21AA23}" destId="{9F75FA49-F263-4510-A832-DCE83145F0C0}" srcOrd="6" destOrd="0" parTransId="{96EF4228-ACC7-42D2-948C-0E314F472B9C}" sibTransId="{324D840B-CD65-445B-A312-0DC7C7050A56}"/>
    <dgm:cxn modelId="{B64CBCB5-E8C6-4A2F-8E39-21DCF4C39F2B}" type="presOf" srcId="{D2FBFCC1-09A1-48BB-998A-D882ECE9C8DE}" destId="{23D608D8-2861-400A-BECC-57A3E843E4B1}" srcOrd="0" destOrd="0" presId="urn:microsoft.com/office/officeart/2005/8/layout/vList2"/>
    <dgm:cxn modelId="{42DC55BE-51CC-4A41-BE6E-5E5A4BD746FD}" srcId="{DE90EC06-2382-40B8-9E8B-93EB2E21AA23}" destId="{4B1FBE06-B7D3-4A5F-BB9D-F127284CEA48}" srcOrd="4" destOrd="0" parTransId="{848D6F4F-3872-4998-BF94-FF4662780272}" sibTransId="{D77EF2C0-E9EF-4BA4-A990-0D8411053BFF}"/>
    <dgm:cxn modelId="{C934D6BE-0DB6-43BA-AE5C-FB9E66D65D22}" type="presOf" srcId="{4B1FBE06-B7D3-4A5F-BB9D-F127284CEA48}" destId="{35893984-A34A-44D9-9B02-1E2D76914602}" srcOrd="0" destOrd="0" presId="urn:microsoft.com/office/officeart/2005/8/layout/vList2"/>
    <dgm:cxn modelId="{116AC8D2-F51D-4EB3-BE6E-B80347447A98}" srcId="{DE90EC06-2382-40B8-9E8B-93EB2E21AA23}" destId="{98EC96CF-94AB-47BC-AB46-4160EB32378E}" srcOrd="7" destOrd="0" parTransId="{57915B8C-BD4B-4C81-BBC3-16D6A7AC706C}" sibTransId="{B351C2A7-32B3-4AFB-B24D-34B26FB24728}"/>
    <dgm:cxn modelId="{EC42B9ED-F11E-457B-B8A2-0ECE0AB40EF5}" type="presOf" srcId="{9F75FA49-F263-4510-A832-DCE83145F0C0}" destId="{608B5A12-7538-422A-97CD-B7A843D3DD5C}" srcOrd="0" destOrd="0" presId="urn:microsoft.com/office/officeart/2005/8/layout/vList2"/>
    <dgm:cxn modelId="{1738F6F1-265F-477A-BE18-B7B4FF2ABFAF}" srcId="{DE90EC06-2382-40B8-9E8B-93EB2E21AA23}" destId="{D2FBFCC1-09A1-48BB-998A-D882ECE9C8DE}" srcOrd="5" destOrd="0" parTransId="{702E6C18-920E-4960-98E2-1EEA0C8DB00B}" sibTransId="{A1D34B92-F473-490B-9E23-37825AE7C658}"/>
    <dgm:cxn modelId="{8B8224F2-84BF-4EF1-AF78-B858BCFB6E86}" srcId="{DE90EC06-2382-40B8-9E8B-93EB2E21AA23}" destId="{12E26AC4-1DAC-482F-8499-6375F991C3CF}" srcOrd="0" destOrd="0" parTransId="{8E7B18D6-5C02-447F-B1B1-730BD33CFD75}" sibTransId="{86CAE767-107F-42EE-B9B6-768BB7AACAE7}"/>
    <dgm:cxn modelId="{C71C4288-688F-43E0-A0FD-EE03FFA5DBF1}" type="presParOf" srcId="{5F3EB6B7-3AFC-4840-896C-1D75CE299BF6}" destId="{3E3F54BF-ED24-448D-9265-AB9F4DF5B3F8}" srcOrd="0" destOrd="0" presId="urn:microsoft.com/office/officeart/2005/8/layout/vList2"/>
    <dgm:cxn modelId="{E85CC6F9-4391-4AF9-9D5C-47265A3441E5}" type="presParOf" srcId="{5F3EB6B7-3AFC-4840-896C-1D75CE299BF6}" destId="{CF02DB0B-1BF2-427E-BAE9-8288E48E17F7}" srcOrd="1" destOrd="0" presId="urn:microsoft.com/office/officeart/2005/8/layout/vList2"/>
    <dgm:cxn modelId="{5C665979-B96B-4606-AA39-CF4C311B1D06}" type="presParOf" srcId="{5F3EB6B7-3AFC-4840-896C-1D75CE299BF6}" destId="{7EF1D727-620D-4326-98E8-2853AE37D2DF}" srcOrd="2" destOrd="0" presId="urn:microsoft.com/office/officeart/2005/8/layout/vList2"/>
    <dgm:cxn modelId="{E29BCA31-62B0-4585-A9B3-F1343D2B62E5}" type="presParOf" srcId="{5F3EB6B7-3AFC-4840-896C-1D75CE299BF6}" destId="{326FF969-4064-4A41-88AA-C5DBF7123359}" srcOrd="3" destOrd="0" presId="urn:microsoft.com/office/officeart/2005/8/layout/vList2"/>
    <dgm:cxn modelId="{9532BE42-EAD6-4682-A274-C200E2DA4089}" type="presParOf" srcId="{5F3EB6B7-3AFC-4840-896C-1D75CE299BF6}" destId="{37E3F2F7-841C-4E01-A789-AEED7EC7EBE6}" srcOrd="4" destOrd="0" presId="urn:microsoft.com/office/officeart/2005/8/layout/vList2"/>
    <dgm:cxn modelId="{485BB32E-E49F-453B-ADAD-F096242627A4}" type="presParOf" srcId="{5F3EB6B7-3AFC-4840-896C-1D75CE299BF6}" destId="{1B088F9D-EA09-47B6-994C-AC78F53F90D5}" srcOrd="5" destOrd="0" presId="urn:microsoft.com/office/officeart/2005/8/layout/vList2"/>
    <dgm:cxn modelId="{4F845DFD-2D44-4137-ABC4-7AC5DED6094D}" type="presParOf" srcId="{5F3EB6B7-3AFC-4840-896C-1D75CE299BF6}" destId="{02E2ACFE-2A9A-409D-BA31-16DF146E317C}" srcOrd="6" destOrd="0" presId="urn:microsoft.com/office/officeart/2005/8/layout/vList2"/>
    <dgm:cxn modelId="{E0D25B74-6826-4647-A159-AE8B9606DDCE}" type="presParOf" srcId="{5F3EB6B7-3AFC-4840-896C-1D75CE299BF6}" destId="{2ACB99D5-896B-4B33-8170-2664F93E053C}" srcOrd="7" destOrd="0" presId="urn:microsoft.com/office/officeart/2005/8/layout/vList2"/>
    <dgm:cxn modelId="{1B3D87D6-F1B2-404C-80B6-03A08C9CBE91}" type="presParOf" srcId="{5F3EB6B7-3AFC-4840-896C-1D75CE299BF6}" destId="{35893984-A34A-44D9-9B02-1E2D76914602}" srcOrd="8" destOrd="0" presId="urn:microsoft.com/office/officeart/2005/8/layout/vList2"/>
    <dgm:cxn modelId="{38C1815C-A224-40B4-9FE7-69A855306C2D}" type="presParOf" srcId="{5F3EB6B7-3AFC-4840-896C-1D75CE299BF6}" destId="{7CD223D8-EEC2-4D62-AA19-97FFBF0928CC}" srcOrd="9" destOrd="0" presId="urn:microsoft.com/office/officeart/2005/8/layout/vList2"/>
    <dgm:cxn modelId="{B237D231-2661-4D89-8489-E5AA92D11CC8}" type="presParOf" srcId="{5F3EB6B7-3AFC-4840-896C-1D75CE299BF6}" destId="{23D608D8-2861-400A-BECC-57A3E843E4B1}" srcOrd="10" destOrd="0" presId="urn:microsoft.com/office/officeart/2005/8/layout/vList2"/>
    <dgm:cxn modelId="{B9244AA1-D129-41C6-A5A2-3C69F5F93DFE}" type="presParOf" srcId="{5F3EB6B7-3AFC-4840-896C-1D75CE299BF6}" destId="{79E8137E-0FA6-4219-B350-06539ABB13CC}" srcOrd="11" destOrd="0" presId="urn:microsoft.com/office/officeart/2005/8/layout/vList2"/>
    <dgm:cxn modelId="{1F8F28DD-A270-413D-B5FA-E9793FB24E43}" type="presParOf" srcId="{5F3EB6B7-3AFC-4840-896C-1D75CE299BF6}" destId="{608B5A12-7538-422A-97CD-B7A843D3DD5C}" srcOrd="12" destOrd="0" presId="urn:microsoft.com/office/officeart/2005/8/layout/vList2"/>
    <dgm:cxn modelId="{3BC69558-68A7-4456-95C0-BAEA81352482}" type="presParOf" srcId="{5F3EB6B7-3AFC-4840-896C-1D75CE299BF6}" destId="{604D1C9F-F2BF-4F61-9F65-C72F042E1D0B}" srcOrd="13" destOrd="0" presId="urn:microsoft.com/office/officeart/2005/8/layout/vList2"/>
    <dgm:cxn modelId="{D0471ECD-5D25-4E05-AAC2-CC7A6E72F544}" type="presParOf" srcId="{5F3EB6B7-3AFC-4840-896C-1D75CE299BF6}" destId="{35022582-6CCC-4334-81A1-3AA7392E0C58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8350B5F-6FF6-4CB4-BA64-B054E3F13FE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accent5_2" csCatId="accent5" phldr="1"/>
      <dgm:spPr/>
      <dgm:t>
        <a:bodyPr/>
        <a:lstStyle/>
        <a:p>
          <a:endParaRPr lang="en-US"/>
        </a:p>
      </dgm:t>
    </dgm:pt>
    <dgm:pt modelId="{A49643A8-C911-4533-AF21-226CD2B1209B}">
      <dgm:prSet/>
      <dgm:spPr/>
      <dgm:t>
        <a:bodyPr/>
        <a:lstStyle/>
        <a:p>
          <a:r>
            <a:rPr lang="en-US"/>
            <a:t>Programming Language: Python</a:t>
          </a:r>
        </a:p>
      </dgm:t>
    </dgm:pt>
    <dgm:pt modelId="{6C3DA752-7E6F-4763-B4A1-72D5E7A549F8}" type="parTrans" cxnId="{671BC9C7-DC77-408F-8380-4D157291FC00}">
      <dgm:prSet/>
      <dgm:spPr/>
      <dgm:t>
        <a:bodyPr/>
        <a:lstStyle/>
        <a:p>
          <a:endParaRPr lang="en-US"/>
        </a:p>
      </dgm:t>
    </dgm:pt>
    <dgm:pt modelId="{15E32D4A-52D6-4BCF-86D8-C03658247162}" type="sibTrans" cxnId="{671BC9C7-DC77-408F-8380-4D157291FC00}">
      <dgm:prSet/>
      <dgm:spPr/>
      <dgm:t>
        <a:bodyPr/>
        <a:lstStyle/>
        <a:p>
          <a:endParaRPr lang="en-US"/>
        </a:p>
      </dgm:t>
    </dgm:pt>
    <dgm:pt modelId="{F835714B-A96A-45AB-9AB6-552437D39B73}">
      <dgm:prSet/>
      <dgm:spPr/>
      <dgm:t>
        <a:bodyPr/>
        <a:lstStyle/>
        <a:p>
          <a:r>
            <a:rPr lang="en-US"/>
            <a:t>Version: 3.9</a:t>
          </a:r>
        </a:p>
      </dgm:t>
    </dgm:pt>
    <dgm:pt modelId="{09C2226B-C4D1-4193-BFAD-9C4BCC63CD08}" type="parTrans" cxnId="{DCF27600-72D8-4292-A396-D1BDBE44745C}">
      <dgm:prSet/>
      <dgm:spPr/>
      <dgm:t>
        <a:bodyPr/>
        <a:lstStyle/>
        <a:p>
          <a:endParaRPr lang="en-US"/>
        </a:p>
      </dgm:t>
    </dgm:pt>
    <dgm:pt modelId="{B264A4DC-6FDA-4CFF-8396-947BB9CCDB00}" type="sibTrans" cxnId="{DCF27600-72D8-4292-A396-D1BDBE44745C}">
      <dgm:prSet/>
      <dgm:spPr/>
      <dgm:t>
        <a:bodyPr/>
        <a:lstStyle/>
        <a:p>
          <a:endParaRPr lang="en-US"/>
        </a:p>
      </dgm:t>
    </dgm:pt>
    <dgm:pt modelId="{78791444-592C-48E1-A4CE-CA95A7B07837}">
      <dgm:prSet/>
      <dgm:spPr/>
      <dgm:t>
        <a:bodyPr/>
        <a:lstStyle/>
        <a:p>
          <a:r>
            <a:rPr lang="en-US"/>
            <a:t>Framework: Django</a:t>
          </a:r>
        </a:p>
      </dgm:t>
    </dgm:pt>
    <dgm:pt modelId="{1FEE5FB6-EE29-4488-9309-02F4EC9000B9}" type="parTrans" cxnId="{23564060-DBCF-48DE-B975-3AA4362D02AA}">
      <dgm:prSet/>
      <dgm:spPr/>
      <dgm:t>
        <a:bodyPr/>
        <a:lstStyle/>
        <a:p>
          <a:endParaRPr lang="en-US"/>
        </a:p>
      </dgm:t>
    </dgm:pt>
    <dgm:pt modelId="{13B5710D-8EBC-47CC-96AB-5E013965C0A3}" type="sibTrans" cxnId="{23564060-DBCF-48DE-B975-3AA4362D02AA}">
      <dgm:prSet/>
      <dgm:spPr/>
      <dgm:t>
        <a:bodyPr/>
        <a:lstStyle/>
        <a:p>
          <a:endParaRPr lang="en-US"/>
        </a:p>
      </dgm:t>
    </dgm:pt>
    <dgm:pt modelId="{2CA122ED-ABD4-4E70-93F8-8B3FC6E70227}">
      <dgm:prSet/>
      <dgm:spPr/>
      <dgm:t>
        <a:bodyPr/>
        <a:lstStyle/>
        <a:p>
          <a:r>
            <a:rPr lang="en-US"/>
            <a:t>Database: Postgresql</a:t>
          </a:r>
        </a:p>
      </dgm:t>
    </dgm:pt>
    <dgm:pt modelId="{8514565B-F7ED-4C71-ABC3-2E4E075D204C}" type="parTrans" cxnId="{5A58194C-5DDC-479E-9124-2C5BDDED87BB}">
      <dgm:prSet/>
      <dgm:spPr/>
      <dgm:t>
        <a:bodyPr/>
        <a:lstStyle/>
        <a:p>
          <a:endParaRPr lang="en-US"/>
        </a:p>
      </dgm:t>
    </dgm:pt>
    <dgm:pt modelId="{D01D69B5-5F98-4109-BE52-4D14D0C21D4D}" type="sibTrans" cxnId="{5A58194C-5DDC-479E-9124-2C5BDDED87BB}">
      <dgm:prSet/>
      <dgm:spPr/>
      <dgm:t>
        <a:bodyPr/>
        <a:lstStyle/>
        <a:p>
          <a:endParaRPr lang="en-US"/>
        </a:p>
      </dgm:t>
    </dgm:pt>
    <dgm:pt modelId="{B7AD03B6-B4E3-4EE7-89DC-E9C3C1CE4E58}" type="pres">
      <dgm:prSet presAssocID="{28350B5F-6FF6-4CB4-BA64-B054E3F13FED}" presName="root" presStyleCnt="0">
        <dgm:presLayoutVars>
          <dgm:dir/>
          <dgm:resizeHandles val="exact"/>
        </dgm:presLayoutVars>
      </dgm:prSet>
      <dgm:spPr/>
    </dgm:pt>
    <dgm:pt modelId="{A4E7AF2D-FA9D-4657-8822-D8CC6DA93157}" type="pres">
      <dgm:prSet presAssocID="{A49643A8-C911-4533-AF21-226CD2B1209B}" presName="compNode" presStyleCnt="0"/>
      <dgm:spPr/>
    </dgm:pt>
    <dgm:pt modelId="{153C74C6-5BF5-4CDC-9CF2-4597EBA3BFD6}" type="pres">
      <dgm:prSet presAssocID="{A49643A8-C911-4533-AF21-226CD2B1209B}" presName="bgRect" presStyleLbl="bgShp" presStyleIdx="0" presStyleCnt="3"/>
      <dgm:spPr/>
    </dgm:pt>
    <dgm:pt modelId="{09ACF1D4-F419-43B9-B860-BD297F9013D1}" type="pres">
      <dgm:prSet presAssocID="{A49643A8-C911-4533-AF21-226CD2B1209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DD6E9D56-60D6-4661-9ECD-A64A1DF51EBE}" type="pres">
      <dgm:prSet presAssocID="{A49643A8-C911-4533-AF21-226CD2B1209B}" presName="spaceRect" presStyleCnt="0"/>
      <dgm:spPr/>
    </dgm:pt>
    <dgm:pt modelId="{4299B696-5FD9-4424-BFF7-E5A4331BC9D4}" type="pres">
      <dgm:prSet presAssocID="{A49643A8-C911-4533-AF21-226CD2B1209B}" presName="parTx" presStyleLbl="revTx" presStyleIdx="0" presStyleCnt="4">
        <dgm:presLayoutVars>
          <dgm:chMax val="0"/>
          <dgm:chPref val="0"/>
        </dgm:presLayoutVars>
      </dgm:prSet>
      <dgm:spPr/>
    </dgm:pt>
    <dgm:pt modelId="{1CBB7D2E-5ECF-45C6-92B8-B74BDC972ED9}" type="pres">
      <dgm:prSet presAssocID="{A49643A8-C911-4533-AF21-226CD2B1209B}" presName="desTx" presStyleLbl="revTx" presStyleIdx="1" presStyleCnt="4">
        <dgm:presLayoutVars/>
      </dgm:prSet>
      <dgm:spPr/>
    </dgm:pt>
    <dgm:pt modelId="{F97A1DB3-B516-4EDC-B0E1-4ED3DA5AF36E}" type="pres">
      <dgm:prSet presAssocID="{15E32D4A-52D6-4BCF-86D8-C03658247162}" presName="sibTrans" presStyleCnt="0"/>
      <dgm:spPr/>
    </dgm:pt>
    <dgm:pt modelId="{B20B0915-4F4A-433E-AE13-D280BC9EB39C}" type="pres">
      <dgm:prSet presAssocID="{78791444-592C-48E1-A4CE-CA95A7B07837}" presName="compNode" presStyleCnt="0"/>
      <dgm:spPr/>
    </dgm:pt>
    <dgm:pt modelId="{748EA741-58AD-4410-9F32-A313BC75368C}" type="pres">
      <dgm:prSet presAssocID="{78791444-592C-48E1-A4CE-CA95A7B07837}" presName="bgRect" presStyleLbl="bgShp" presStyleIdx="1" presStyleCnt="3"/>
      <dgm:spPr/>
    </dgm:pt>
    <dgm:pt modelId="{2D54D8CC-A4A6-4BC7-AF0A-4392858E16F4}" type="pres">
      <dgm:prSet presAssocID="{78791444-592C-48E1-A4CE-CA95A7B0783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ning tools with solid fill"/>
        </a:ext>
      </dgm:extLst>
    </dgm:pt>
    <dgm:pt modelId="{E1F82983-E81F-4FB4-94B5-2006260DB66A}" type="pres">
      <dgm:prSet presAssocID="{78791444-592C-48E1-A4CE-CA95A7B07837}" presName="spaceRect" presStyleCnt="0"/>
      <dgm:spPr/>
    </dgm:pt>
    <dgm:pt modelId="{AF8AD75F-1413-446D-B66C-2D708FED9A36}" type="pres">
      <dgm:prSet presAssocID="{78791444-592C-48E1-A4CE-CA95A7B07837}" presName="parTx" presStyleLbl="revTx" presStyleIdx="2" presStyleCnt="4">
        <dgm:presLayoutVars>
          <dgm:chMax val="0"/>
          <dgm:chPref val="0"/>
        </dgm:presLayoutVars>
      </dgm:prSet>
      <dgm:spPr/>
    </dgm:pt>
    <dgm:pt modelId="{C31196DE-C42B-4892-8105-F42492C688E0}" type="pres">
      <dgm:prSet presAssocID="{13B5710D-8EBC-47CC-96AB-5E013965C0A3}" presName="sibTrans" presStyleCnt="0"/>
      <dgm:spPr/>
    </dgm:pt>
    <dgm:pt modelId="{F1E21109-C74C-4C94-8D88-5DE6CB2CFD64}" type="pres">
      <dgm:prSet presAssocID="{2CA122ED-ABD4-4E70-93F8-8B3FC6E70227}" presName="compNode" presStyleCnt="0"/>
      <dgm:spPr/>
    </dgm:pt>
    <dgm:pt modelId="{7E5660D6-3F2C-4535-AFF1-F00047D85A51}" type="pres">
      <dgm:prSet presAssocID="{2CA122ED-ABD4-4E70-93F8-8B3FC6E70227}" presName="bgRect" presStyleLbl="bgShp" presStyleIdx="2" presStyleCnt="3"/>
      <dgm:spPr/>
    </dgm:pt>
    <dgm:pt modelId="{0FF9B602-494D-4324-BAC3-096E0F72E924}" type="pres">
      <dgm:prSet presAssocID="{2CA122ED-ABD4-4E70-93F8-8B3FC6E7022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CCA878D-E77A-44F1-9B15-86ADA2CAD780}" type="pres">
      <dgm:prSet presAssocID="{2CA122ED-ABD4-4E70-93F8-8B3FC6E70227}" presName="spaceRect" presStyleCnt="0"/>
      <dgm:spPr/>
    </dgm:pt>
    <dgm:pt modelId="{4A1B0E29-4E9B-4EE4-95E0-FD602E6598AA}" type="pres">
      <dgm:prSet presAssocID="{2CA122ED-ABD4-4E70-93F8-8B3FC6E7022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DCF27600-72D8-4292-A396-D1BDBE44745C}" srcId="{A49643A8-C911-4533-AF21-226CD2B1209B}" destId="{F835714B-A96A-45AB-9AB6-552437D39B73}" srcOrd="0" destOrd="0" parTransId="{09C2226B-C4D1-4193-BFAD-9C4BCC63CD08}" sibTransId="{B264A4DC-6FDA-4CFF-8396-947BB9CCDB00}"/>
    <dgm:cxn modelId="{60344F36-7DD9-478B-BD56-292CF002EDBC}" type="presOf" srcId="{2CA122ED-ABD4-4E70-93F8-8B3FC6E70227}" destId="{4A1B0E29-4E9B-4EE4-95E0-FD602E6598AA}" srcOrd="0" destOrd="0" presId="urn:microsoft.com/office/officeart/2018/2/layout/IconVerticalSolidList"/>
    <dgm:cxn modelId="{23564060-DBCF-48DE-B975-3AA4362D02AA}" srcId="{28350B5F-6FF6-4CB4-BA64-B054E3F13FED}" destId="{78791444-592C-48E1-A4CE-CA95A7B07837}" srcOrd="1" destOrd="0" parTransId="{1FEE5FB6-EE29-4488-9309-02F4EC9000B9}" sibTransId="{13B5710D-8EBC-47CC-96AB-5E013965C0A3}"/>
    <dgm:cxn modelId="{2DE36969-AA2D-4449-BD33-B39FEF3F5D43}" type="presOf" srcId="{A49643A8-C911-4533-AF21-226CD2B1209B}" destId="{4299B696-5FD9-4424-BFF7-E5A4331BC9D4}" srcOrd="0" destOrd="0" presId="urn:microsoft.com/office/officeart/2018/2/layout/IconVerticalSolidList"/>
    <dgm:cxn modelId="{5A58194C-5DDC-479E-9124-2C5BDDED87BB}" srcId="{28350B5F-6FF6-4CB4-BA64-B054E3F13FED}" destId="{2CA122ED-ABD4-4E70-93F8-8B3FC6E70227}" srcOrd="2" destOrd="0" parTransId="{8514565B-F7ED-4C71-ABC3-2E4E075D204C}" sibTransId="{D01D69B5-5F98-4109-BE52-4D14D0C21D4D}"/>
    <dgm:cxn modelId="{E692E159-60DE-49A3-AB80-22091913D97F}" type="presOf" srcId="{78791444-592C-48E1-A4CE-CA95A7B07837}" destId="{AF8AD75F-1413-446D-B66C-2D708FED9A36}" srcOrd="0" destOrd="0" presId="urn:microsoft.com/office/officeart/2018/2/layout/IconVerticalSolidList"/>
    <dgm:cxn modelId="{65234FBB-AC8C-49B3-978F-45EF0248427B}" type="presOf" srcId="{F835714B-A96A-45AB-9AB6-552437D39B73}" destId="{1CBB7D2E-5ECF-45C6-92B8-B74BDC972ED9}" srcOrd="0" destOrd="0" presId="urn:microsoft.com/office/officeart/2018/2/layout/IconVerticalSolidList"/>
    <dgm:cxn modelId="{671BC9C7-DC77-408F-8380-4D157291FC00}" srcId="{28350B5F-6FF6-4CB4-BA64-B054E3F13FED}" destId="{A49643A8-C911-4533-AF21-226CD2B1209B}" srcOrd="0" destOrd="0" parTransId="{6C3DA752-7E6F-4763-B4A1-72D5E7A549F8}" sibTransId="{15E32D4A-52D6-4BCF-86D8-C03658247162}"/>
    <dgm:cxn modelId="{8F8C88FE-1720-4FE8-8C67-DACE6DD9617B}" type="presOf" srcId="{28350B5F-6FF6-4CB4-BA64-B054E3F13FED}" destId="{B7AD03B6-B4E3-4EE7-89DC-E9C3C1CE4E58}" srcOrd="0" destOrd="0" presId="urn:microsoft.com/office/officeart/2018/2/layout/IconVerticalSolidList"/>
    <dgm:cxn modelId="{1819384D-8069-4F06-806A-E2A3CBAE5554}" type="presParOf" srcId="{B7AD03B6-B4E3-4EE7-89DC-E9C3C1CE4E58}" destId="{A4E7AF2D-FA9D-4657-8822-D8CC6DA93157}" srcOrd="0" destOrd="0" presId="urn:microsoft.com/office/officeart/2018/2/layout/IconVerticalSolidList"/>
    <dgm:cxn modelId="{57568B0C-3159-4079-86E3-D3B0F526AA4C}" type="presParOf" srcId="{A4E7AF2D-FA9D-4657-8822-D8CC6DA93157}" destId="{153C74C6-5BF5-4CDC-9CF2-4597EBA3BFD6}" srcOrd="0" destOrd="0" presId="urn:microsoft.com/office/officeart/2018/2/layout/IconVerticalSolidList"/>
    <dgm:cxn modelId="{9AF874EE-08F5-4A6D-9D15-0CDF00BD37E8}" type="presParOf" srcId="{A4E7AF2D-FA9D-4657-8822-D8CC6DA93157}" destId="{09ACF1D4-F419-43B9-B860-BD297F9013D1}" srcOrd="1" destOrd="0" presId="urn:microsoft.com/office/officeart/2018/2/layout/IconVerticalSolidList"/>
    <dgm:cxn modelId="{D902431D-CDFA-4CCA-9AE2-175086A35279}" type="presParOf" srcId="{A4E7AF2D-FA9D-4657-8822-D8CC6DA93157}" destId="{DD6E9D56-60D6-4661-9ECD-A64A1DF51EBE}" srcOrd="2" destOrd="0" presId="urn:microsoft.com/office/officeart/2018/2/layout/IconVerticalSolidList"/>
    <dgm:cxn modelId="{29A944BC-004E-4E7C-AE4D-47056CDFFECC}" type="presParOf" srcId="{A4E7AF2D-FA9D-4657-8822-D8CC6DA93157}" destId="{4299B696-5FD9-4424-BFF7-E5A4331BC9D4}" srcOrd="3" destOrd="0" presId="urn:microsoft.com/office/officeart/2018/2/layout/IconVerticalSolidList"/>
    <dgm:cxn modelId="{B6145862-68E5-46EA-BDB1-66A536E20D75}" type="presParOf" srcId="{A4E7AF2D-FA9D-4657-8822-D8CC6DA93157}" destId="{1CBB7D2E-5ECF-45C6-92B8-B74BDC972ED9}" srcOrd="4" destOrd="0" presId="urn:microsoft.com/office/officeart/2018/2/layout/IconVerticalSolidList"/>
    <dgm:cxn modelId="{0BE7F812-9B80-4795-B0DE-E018D4364780}" type="presParOf" srcId="{B7AD03B6-B4E3-4EE7-89DC-E9C3C1CE4E58}" destId="{F97A1DB3-B516-4EDC-B0E1-4ED3DA5AF36E}" srcOrd="1" destOrd="0" presId="urn:microsoft.com/office/officeart/2018/2/layout/IconVerticalSolidList"/>
    <dgm:cxn modelId="{A607B6F2-4CCE-4774-AD84-609FC9346305}" type="presParOf" srcId="{B7AD03B6-B4E3-4EE7-89DC-E9C3C1CE4E58}" destId="{B20B0915-4F4A-433E-AE13-D280BC9EB39C}" srcOrd="2" destOrd="0" presId="urn:microsoft.com/office/officeart/2018/2/layout/IconVerticalSolidList"/>
    <dgm:cxn modelId="{B39C45BA-5A06-4D2D-B561-A451B9EE4B77}" type="presParOf" srcId="{B20B0915-4F4A-433E-AE13-D280BC9EB39C}" destId="{748EA741-58AD-4410-9F32-A313BC75368C}" srcOrd="0" destOrd="0" presId="urn:microsoft.com/office/officeart/2018/2/layout/IconVerticalSolidList"/>
    <dgm:cxn modelId="{ADBDDBC5-3E5E-41EB-A64D-EE534ED7BC25}" type="presParOf" srcId="{B20B0915-4F4A-433E-AE13-D280BC9EB39C}" destId="{2D54D8CC-A4A6-4BC7-AF0A-4392858E16F4}" srcOrd="1" destOrd="0" presId="urn:microsoft.com/office/officeart/2018/2/layout/IconVerticalSolidList"/>
    <dgm:cxn modelId="{69A30C0D-837A-4983-8AC8-DBB1B3F72603}" type="presParOf" srcId="{B20B0915-4F4A-433E-AE13-D280BC9EB39C}" destId="{E1F82983-E81F-4FB4-94B5-2006260DB66A}" srcOrd="2" destOrd="0" presId="urn:microsoft.com/office/officeart/2018/2/layout/IconVerticalSolidList"/>
    <dgm:cxn modelId="{0CFFAB3B-181E-4633-9EC4-FFF7352CA3B4}" type="presParOf" srcId="{B20B0915-4F4A-433E-AE13-D280BC9EB39C}" destId="{AF8AD75F-1413-446D-B66C-2D708FED9A36}" srcOrd="3" destOrd="0" presId="urn:microsoft.com/office/officeart/2018/2/layout/IconVerticalSolidList"/>
    <dgm:cxn modelId="{0D7837BF-B24A-4D21-BCA8-5BC496124316}" type="presParOf" srcId="{B7AD03B6-B4E3-4EE7-89DC-E9C3C1CE4E58}" destId="{C31196DE-C42B-4892-8105-F42492C688E0}" srcOrd="3" destOrd="0" presId="urn:microsoft.com/office/officeart/2018/2/layout/IconVerticalSolidList"/>
    <dgm:cxn modelId="{298EF41E-8D7E-47DE-9C00-4F6EACBE0636}" type="presParOf" srcId="{B7AD03B6-B4E3-4EE7-89DC-E9C3C1CE4E58}" destId="{F1E21109-C74C-4C94-8D88-5DE6CB2CFD64}" srcOrd="4" destOrd="0" presId="urn:microsoft.com/office/officeart/2018/2/layout/IconVerticalSolidList"/>
    <dgm:cxn modelId="{C1BFDD1D-F179-494A-A87D-0FBD75C842AA}" type="presParOf" srcId="{F1E21109-C74C-4C94-8D88-5DE6CB2CFD64}" destId="{7E5660D6-3F2C-4535-AFF1-F00047D85A51}" srcOrd="0" destOrd="0" presId="urn:microsoft.com/office/officeart/2018/2/layout/IconVerticalSolidList"/>
    <dgm:cxn modelId="{118D7089-BFFB-4C0C-8EED-8D7D5A4DD110}" type="presParOf" srcId="{F1E21109-C74C-4C94-8D88-5DE6CB2CFD64}" destId="{0FF9B602-494D-4324-BAC3-096E0F72E924}" srcOrd="1" destOrd="0" presId="urn:microsoft.com/office/officeart/2018/2/layout/IconVerticalSolidList"/>
    <dgm:cxn modelId="{57A121FF-63F8-494C-8827-04B3224A5BEB}" type="presParOf" srcId="{F1E21109-C74C-4C94-8D88-5DE6CB2CFD64}" destId="{CCCA878D-E77A-44F1-9B15-86ADA2CAD780}" srcOrd="2" destOrd="0" presId="urn:microsoft.com/office/officeart/2018/2/layout/IconVerticalSolidList"/>
    <dgm:cxn modelId="{D2E5181A-C219-42A4-8FD1-E114AA05BE4D}" type="presParOf" srcId="{F1E21109-C74C-4C94-8D88-5DE6CB2CFD64}" destId="{4A1B0E29-4E9B-4EE4-95E0-FD602E6598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F7DBA91-3ED6-4F26-87A6-8D3A330C67F1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510A185-A7FB-4E5D-8025-53C339AE1C96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Enthusports</a:t>
          </a:r>
        </a:p>
      </dgm:t>
    </dgm:pt>
    <dgm:pt modelId="{360FA665-87EE-4C68-8AD5-6D1538F1CC80}" type="parTrans" cxnId="{07143083-8884-4835-9449-3D7B22D4F3D5}">
      <dgm:prSet/>
      <dgm:spPr/>
      <dgm:t>
        <a:bodyPr/>
        <a:lstStyle/>
        <a:p>
          <a:endParaRPr lang="en-US"/>
        </a:p>
      </dgm:t>
    </dgm:pt>
    <dgm:pt modelId="{AC5230E2-DBC1-4417-BF6D-5837058D9F26}" type="sibTrans" cxnId="{07143083-8884-4835-9449-3D7B22D4F3D5}">
      <dgm:prSet/>
      <dgm:spPr/>
      <dgm:t>
        <a:bodyPr/>
        <a:lstStyle/>
        <a:p>
          <a:endParaRPr lang="en-US"/>
        </a:p>
      </dgm:t>
    </dgm:pt>
    <dgm:pt modelId="{BD1B796F-57A6-4E70-8C50-6C9B3F0D0243}">
      <dgm:prSet phldrT="[Text]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Base serving directory</a:t>
          </a:r>
        </a:p>
      </dgm:t>
    </dgm:pt>
    <dgm:pt modelId="{792A07FA-6C61-4D80-8311-3E7C2B810C42}" type="parTrans" cxnId="{DA01AED7-5847-4729-8648-8928987E5F0D}">
      <dgm:prSet/>
      <dgm:spPr/>
      <dgm:t>
        <a:bodyPr/>
        <a:lstStyle/>
        <a:p>
          <a:endParaRPr lang="en-US"/>
        </a:p>
      </dgm:t>
    </dgm:pt>
    <dgm:pt modelId="{1E424CAC-4F6F-449B-84C2-FEB5436A847F}" type="sibTrans" cxnId="{DA01AED7-5847-4729-8648-8928987E5F0D}">
      <dgm:prSet/>
      <dgm:spPr/>
      <dgm:t>
        <a:bodyPr/>
        <a:lstStyle/>
        <a:p>
          <a:endParaRPr lang="en-US"/>
        </a:p>
      </dgm:t>
    </dgm:pt>
    <dgm:pt modelId="{62F19AD1-AF71-43C7-BF66-2CB7CB20F4C3}">
      <dgm:prSet phldrT="[Text]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HTML Files</a:t>
          </a:r>
        </a:p>
      </dgm:t>
    </dgm:pt>
    <dgm:pt modelId="{66AC4F62-D5CE-4998-A5F9-FFB9E554DFB9}" type="parTrans" cxnId="{55674DD3-054B-4B2B-9704-1F24E3B106A2}">
      <dgm:prSet/>
      <dgm:spPr/>
      <dgm:t>
        <a:bodyPr/>
        <a:lstStyle/>
        <a:p>
          <a:endParaRPr lang="en-US"/>
        </a:p>
      </dgm:t>
    </dgm:pt>
    <dgm:pt modelId="{79AED76C-13DB-4D44-B0CF-9FA75048A48E}" type="sibTrans" cxnId="{55674DD3-054B-4B2B-9704-1F24E3B106A2}">
      <dgm:prSet/>
      <dgm:spPr/>
      <dgm:t>
        <a:bodyPr/>
        <a:lstStyle/>
        <a:p>
          <a:endParaRPr lang="en-US"/>
        </a:p>
      </dgm:t>
    </dgm:pt>
    <dgm:pt modelId="{4680BA2A-BE8A-4CEA-B01B-2717C32038BF}">
      <dgm:prSet phldrT="[Text]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Main app</a:t>
          </a:r>
        </a:p>
      </dgm:t>
    </dgm:pt>
    <dgm:pt modelId="{444432FB-6E7C-4FCF-9377-9D14BEAF3EBD}" type="parTrans" cxnId="{8ACDD88E-9813-4966-A82C-6019257E931B}">
      <dgm:prSet/>
      <dgm:spPr/>
      <dgm:t>
        <a:bodyPr/>
        <a:lstStyle/>
        <a:p>
          <a:endParaRPr lang="en-US"/>
        </a:p>
      </dgm:t>
    </dgm:pt>
    <dgm:pt modelId="{08C2DD37-BB71-4E5F-BE91-7A1CDCC18167}" type="sibTrans" cxnId="{8ACDD88E-9813-4966-A82C-6019257E931B}">
      <dgm:prSet/>
      <dgm:spPr/>
      <dgm:t>
        <a:bodyPr/>
        <a:lstStyle/>
        <a:p>
          <a:endParaRPr lang="en-US"/>
        </a:p>
      </dgm:t>
    </dgm:pt>
    <dgm:pt modelId="{3CC8E818-9E8E-422F-B6F2-7E8F80850B90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Templates</a:t>
          </a:r>
        </a:p>
      </dgm:t>
    </dgm:pt>
    <dgm:pt modelId="{A450634F-5117-4C4F-9F18-70B9F1D211C2}" type="parTrans" cxnId="{4D568D63-0997-4634-8EF6-AAD82AC11308}">
      <dgm:prSet/>
      <dgm:spPr/>
      <dgm:t>
        <a:bodyPr/>
        <a:lstStyle/>
        <a:p>
          <a:endParaRPr lang="en-US"/>
        </a:p>
      </dgm:t>
    </dgm:pt>
    <dgm:pt modelId="{B0AABF19-4699-4221-9E0D-B880C9B8811E}" type="sibTrans" cxnId="{4D568D63-0997-4634-8EF6-AAD82AC11308}">
      <dgm:prSet/>
      <dgm:spPr/>
      <dgm:t>
        <a:bodyPr/>
        <a:lstStyle/>
        <a:p>
          <a:endParaRPr lang="en-US"/>
        </a:p>
      </dgm:t>
    </dgm:pt>
    <dgm:pt modelId="{0C17E9FE-4FDB-4728-8918-2C4649F84D22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Sportiasts</a:t>
          </a:r>
        </a:p>
      </dgm:t>
    </dgm:pt>
    <dgm:pt modelId="{DDF54B6F-3508-403A-81ED-1BB038F09110}" type="parTrans" cxnId="{FF63B515-B6D4-4085-AEF7-1FB3646ACD39}">
      <dgm:prSet/>
      <dgm:spPr/>
      <dgm:t>
        <a:bodyPr/>
        <a:lstStyle/>
        <a:p>
          <a:endParaRPr lang="en-US"/>
        </a:p>
      </dgm:t>
    </dgm:pt>
    <dgm:pt modelId="{85086DD6-7938-4C8A-A20D-CA9C9549F207}" type="sibTrans" cxnId="{FF63B515-B6D4-4085-AEF7-1FB3646ACD39}">
      <dgm:prSet/>
      <dgm:spPr/>
      <dgm:t>
        <a:bodyPr/>
        <a:lstStyle/>
        <a:p>
          <a:endParaRPr lang="en-US"/>
        </a:p>
      </dgm:t>
    </dgm:pt>
    <dgm:pt modelId="{13CD68D7-8E8D-4438-99CC-66DBBD07960A}">
      <dgm:prSet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manage.py</a:t>
          </a:r>
        </a:p>
      </dgm:t>
    </dgm:pt>
    <dgm:pt modelId="{587B43AA-37C1-4B04-BBD2-04DB426CF0CC}" type="parTrans" cxnId="{7BF1954D-5DF3-4FF0-B0C3-72E37EEB269E}">
      <dgm:prSet/>
      <dgm:spPr/>
      <dgm:t>
        <a:bodyPr/>
        <a:lstStyle/>
        <a:p>
          <a:endParaRPr lang="en-US"/>
        </a:p>
      </dgm:t>
    </dgm:pt>
    <dgm:pt modelId="{64961E3B-12E3-42B7-BD2C-65F78A50E016}" type="sibTrans" cxnId="{7BF1954D-5DF3-4FF0-B0C3-72E37EEB269E}">
      <dgm:prSet/>
      <dgm:spPr/>
      <dgm:t>
        <a:bodyPr/>
        <a:lstStyle/>
        <a:p>
          <a:endParaRPr lang="en-US"/>
        </a:p>
      </dgm:t>
    </dgm:pt>
    <dgm:pt modelId="{CD28FA33-E77A-4C8B-80ED-52EEDC97FED4}">
      <dgm:prSet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serving python file</a:t>
          </a:r>
        </a:p>
      </dgm:t>
    </dgm:pt>
    <dgm:pt modelId="{322A36C3-5D4D-4CAA-938C-A0C354C36408}" type="parTrans" cxnId="{B77EDA49-61C9-41AF-B7B3-8819149237FC}">
      <dgm:prSet/>
      <dgm:spPr/>
      <dgm:t>
        <a:bodyPr/>
        <a:lstStyle/>
        <a:p>
          <a:endParaRPr lang="en-US"/>
        </a:p>
      </dgm:t>
    </dgm:pt>
    <dgm:pt modelId="{3CA2BD74-259F-4E1D-921E-B52621AD9EBB}" type="sibTrans" cxnId="{B77EDA49-61C9-41AF-B7B3-8819149237FC}">
      <dgm:prSet/>
      <dgm:spPr/>
      <dgm:t>
        <a:bodyPr/>
        <a:lstStyle/>
        <a:p>
          <a:endParaRPr lang="en-US"/>
        </a:p>
      </dgm:t>
    </dgm:pt>
    <dgm:pt modelId="{B9DF391D-BB70-4769-8AA5-EF4A8CB61B97}" type="pres">
      <dgm:prSet presAssocID="{3F7DBA91-3ED6-4F26-87A6-8D3A330C67F1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B236F1D-38A8-4CAC-ADC0-3B19EC6CE481}" type="pres">
      <dgm:prSet presAssocID="{3F7DBA91-3ED6-4F26-87A6-8D3A330C67F1}" presName="hierFlow" presStyleCnt="0"/>
      <dgm:spPr/>
    </dgm:pt>
    <dgm:pt modelId="{2D91236B-D79E-405F-94FB-216B140E99D4}" type="pres">
      <dgm:prSet presAssocID="{3F7DBA91-3ED6-4F26-87A6-8D3A330C67F1}" presName="firstBuf" presStyleCnt="0"/>
      <dgm:spPr/>
    </dgm:pt>
    <dgm:pt modelId="{D57665C5-0B22-4A04-9BE5-7C9D1CFF733C}" type="pres">
      <dgm:prSet presAssocID="{3F7DBA91-3ED6-4F26-87A6-8D3A330C67F1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65A5EF-C2B8-4FEC-B2DD-DFC3C5EDC42D}" type="pres">
      <dgm:prSet presAssocID="{B510A185-A7FB-4E5D-8025-53C339AE1C96}" presName="Name14" presStyleCnt="0"/>
      <dgm:spPr/>
    </dgm:pt>
    <dgm:pt modelId="{4C05D6E2-E81F-4D19-AD78-2ED17BDBF9E7}" type="pres">
      <dgm:prSet presAssocID="{B510A185-A7FB-4E5D-8025-53C339AE1C96}" presName="level1Shape" presStyleLbl="node0" presStyleIdx="0" presStyleCnt="1">
        <dgm:presLayoutVars>
          <dgm:chPref val="3"/>
        </dgm:presLayoutVars>
      </dgm:prSet>
      <dgm:spPr/>
    </dgm:pt>
    <dgm:pt modelId="{8C86410C-CAA0-4B3B-800E-F0C50713FD84}" type="pres">
      <dgm:prSet presAssocID="{B510A185-A7FB-4E5D-8025-53C339AE1C96}" presName="hierChild2" presStyleCnt="0"/>
      <dgm:spPr/>
    </dgm:pt>
    <dgm:pt modelId="{E294E603-74F5-4B89-A50D-A25DB78FB139}" type="pres">
      <dgm:prSet presAssocID="{A450634F-5117-4C4F-9F18-70B9F1D211C2}" presName="Name19" presStyleLbl="parChTrans1D2" presStyleIdx="0" presStyleCnt="1"/>
      <dgm:spPr/>
    </dgm:pt>
    <dgm:pt modelId="{CA47E030-8E63-4840-BD78-FBFFB7A0BF0B}" type="pres">
      <dgm:prSet presAssocID="{3CC8E818-9E8E-422F-B6F2-7E8F80850B90}" presName="Name21" presStyleCnt="0"/>
      <dgm:spPr/>
    </dgm:pt>
    <dgm:pt modelId="{B3C7852B-E3A6-47E7-BC98-42583A16CE4F}" type="pres">
      <dgm:prSet presAssocID="{3CC8E818-9E8E-422F-B6F2-7E8F80850B90}" presName="level2Shape" presStyleLbl="node2" presStyleIdx="0" presStyleCnt="1"/>
      <dgm:spPr/>
    </dgm:pt>
    <dgm:pt modelId="{1F782026-AB1C-4A02-9BF5-0DBC92F3C334}" type="pres">
      <dgm:prSet presAssocID="{3CC8E818-9E8E-422F-B6F2-7E8F80850B90}" presName="hierChild3" presStyleCnt="0"/>
      <dgm:spPr/>
    </dgm:pt>
    <dgm:pt modelId="{CD84654C-08F8-44BD-98AB-112980F5273F}" type="pres">
      <dgm:prSet presAssocID="{DDF54B6F-3508-403A-81ED-1BB038F09110}" presName="Name19" presStyleLbl="parChTrans1D3" presStyleIdx="0" presStyleCnt="1"/>
      <dgm:spPr/>
    </dgm:pt>
    <dgm:pt modelId="{9F88A9F8-419D-4EFC-85E6-D96C50135195}" type="pres">
      <dgm:prSet presAssocID="{0C17E9FE-4FDB-4728-8918-2C4649F84D22}" presName="Name21" presStyleCnt="0"/>
      <dgm:spPr/>
    </dgm:pt>
    <dgm:pt modelId="{047B00EE-FD01-4AE9-A545-396CA99D14CA}" type="pres">
      <dgm:prSet presAssocID="{0C17E9FE-4FDB-4728-8918-2C4649F84D22}" presName="level2Shape" presStyleLbl="node3" presStyleIdx="0" presStyleCnt="1"/>
      <dgm:spPr/>
    </dgm:pt>
    <dgm:pt modelId="{87EB2FFC-F111-41BC-B97F-69793C26F5DC}" type="pres">
      <dgm:prSet presAssocID="{0C17E9FE-4FDB-4728-8918-2C4649F84D22}" presName="hierChild3" presStyleCnt="0"/>
      <dgm:spPr/>
    </dgm:pt>
    <dgm:pt modelId="{4D6AED3D-B175-4B51-968E-C0C71A3B7566}" type="pres">
      <dgm:prSet presAssocID="{587B43AA-37C1-4B04-BBD2-04DB426CF0CC}" presName="Name19" presStyleLbl="parChTrans1D4" presStyleIdx="0" presStyleCnt="1"/>
      <dgm:spPr/>
    </dgm:pt>
    <dgm:pt modelId="{0A3C0546-B1A7-4735-B535-167992D34F96}" type="pres">
      <dgm:prSet presAssocID="{13CD68D7-8E8D-4438-99CC-66DBBD07960A}" presName="Name21" presStyleCnt="0"/>
      <dgm:spPr/>
    </dgm:pt>
    <dgm:pt modelId="{FB477B4A-04D0-4B8C-B318-D3B40C983EF0}" type="pres">
      <dgm:prSet presAssocID="{13CD68D7-8E8D-4438-99CC-66DBBD07960A}" presName="level2Shape" presStyleLbl="node4" presStyleIdx="0" presStyleCnt="1"/>
      <dgm:spPr/>
    </dgm:pt>
    <dgm:pt modelId="{A28CB610-6ED1-4783-8F19-8E5BE542F1B2}" type="pres">
      <dgm:prSet presAssocID="{13CD68D7-8E8D-4438-99CC-66DBBD07960A}" presName="hierChild3" presStyleCnt="0"/>
      <dgm:spPr/>
    </dgm:pt>
    <dgm:pt modelId="{5FA63377-6E5A-4BFE-8C0E-2503F54474BB}" type="pres">
      <dgm:prSet presAssocID="{3F7DBA91-3ED6-4F26-87A6-8D3A330C67F1}" presName="bgShapesFlow" presStyleCnt="0"/>
      <dgm:spPr/>
    </dgm:pt>
    <dgm:pt modelId="{6044828B-57D7-4711-A07F-F99326467479}" type="pres">
      <dgm:prSet presAssocID="{BD1B796F-57A6-4E70-8C50-6C9B3F0D0243}" presName="rectComp" presStyleCnt="0"/>
      <dgm:spPr/>
    </dgm:pt>
    <dgm:pt modelId="{E884431F-DB7D-4C80-9C44-FF57C8675BA7}" type="pres">
      <dgm:prSet presAssocID="{BD1B796F-57A6-4E70-8C50-6C9B3F0D0243}" presName="bgRect" presStyleLbl="bgShp" presStyleIdx="0" presStyleCnt="4"/>
      <dgm:spPr/>
    </dgm:pt>
    <dgm:pt modelId="{8DDADDFA-8EB8-4F25-82AA-BDA6E52B7490}" type="pres">
      <dgm:prSet presAssocID="{BD1B796F-57A6-4E70-8C50-6C9B3F0D0243}" presName="bgRectTx" presStyleLbl="bgShp" presStyleIdx="0" presStyleCnt="4">
        <dgm:presLayoutVars>
          <dgm:bulletEnabled val="1"/>
        </dgm:presLayoutVars>
      </dgm:prSet>
      <dgm:spPr/>
    </dgm:pt>
    <dgm:pt modelId="{E8928547-85EF-400C-8CA6-CD718189A63D}" type="pres">
      <dgm:prSet presAssocID="{BD1B796F-57A6-4E70-8C50-6C9B3F0D0243}" presName="spComp" presStyleCnt="0"/>
      <dgm:spPr/>
    </dgm:pt>
    <dgm:pt modelId="{E5E52D3A-9119-4B04-985D-244FD1C719E2}" type="pres">
      <dgm:prSet presAssocID="{BD1B796F-57A6-4E70-8C50-6C9B3F0D0243}" presName="vSp" presStyleCnt="0"/>
      <dgm:spPr/>
    </dgm:pt>
    <dgm:pt modelId="{44D3A844-25E4-4A89-8F8C-00BB9EFF134A}" type="pres">
      <dgm:prSet presAssocID="{62F19AD1-AF71-43C7-BF66-2CB7CB20F4C3}" presName="rectComp" presStyleCnt="0"/>
      <dgm:spPr/>
    </dgm:pt>
    <dgm:pt modelId="{3CF259E8-0834-40D2-AE92-16D005540EEA}" type="pres">
      <dgm:prSet presAssocID="{62F19AD1-AF71-43C7-BF66-2CB7CB20F4C3}" presName="bgRect" presStyleLbl="bgShp" presStyleIdx="1" presStyleCnt="4"/>
      <dgm:spPr/>
    </dgm:pt>
    <dgm:pt modelId="{70A34E0A-5738-4F77-98F5-6EE990FB9648}" type="pres">
      <dgm:prSet presAssocID="{62F19AD1-AF71-43C7-BF66-2CB7CB20F4C3}" presName="bgRectTx" presStyleLbl="bgShp" presStyleIdx="1" presStyleCnt="4">
        <dgm:presLayoutVars>
          <dgm:bulletEnabled val="1"/>
        </dgm:presLayoutVars>
      </dgm:prSet>
      <dgm:spPr/>
    </dgm:pt>
    <dgm:pt modelId="{E5134D61-81C7-40BF-9B8E-E9004D258F29}" type="pres">
      <dgm:prSet presAssocID="{62F19AD1-AF71-43C7-BF66-2CB7CB20F4C3}" presName="spComp" presStyleCnt="0"/>
      <dgm:spPr/>
    </dgm:pt>
    <dgm:pt modelId="{3E2EC3F8-1209-4811-B7FF-B0DDC89D6EED}" type="pres">
      <dgm:prSet presAssocID="{62F19AD1-AF71-43C7-BF66-2CB7CB20F4C3}" presName="vSp" presStyleCnt="0"/>
      <dgm:spPr/>
    </dgm:pt>
    <dgm:pt modelId="{2CC80DB3-C27D-4D5D-A2B9-1446DCD2501E}" type="pres">
      <dgm:prSet presAssocID="{4680BA2A-BE8A-4CEA-B01B-2717C32038BF}" presName="rectComp" presStyleCnt="0"/>
      <dgm:spPr/>
    </dgm:pt>
    <dgm:pt modelId="{BAA17C5A-FDFD-48E3-84CE-BEB30A12ABE2}" type="pres">
      <dgm:prSet presAssocID="{4680BA2A-BE8A-4CEA-B01B-2717C32038BF}" presName="bgRect" presStyleLbl="bgShp" presStyleIdx="2" presStyleCnt="4"/>
      <dgm:spPr/>
    </dgm:pt>
    <dgm:pt modelId="{9836A43B-126C-4548-A1D4-ED1A729C84C2}" type="pres">
      <dgm:prSet presAssocID="{4680BA2A-BE8A-4CEA-B01B-2717C32038BF}" presName="bgRectTx" presStyleLbl="bgShp" presStyleIdx="2" presStyleCnt="4">
        <dgm:presLayoutVars>
          <dgm:bulletEnabled val="1"/>
        </dgm:presLayoutVars>
      </dgm:prSet>
      <dgm:spPr/>
    </dgm:pt>
    <dgm:pt modelId="{D8BF70A9-6278-4244-857E-23CB1CDA1F2B}" type="pres">
      <dgm:prSet presAssocID="{4680BA2A-BE8A-4CEA-B01B-2717C32038BF}" presName="spComp" presStyleCnt="0"/>
      <dgm:spPr/>
    </dgm:pt>
    <dgm:pt modelId="{04E183C2-6416-4EF0-9A22-F2FC3640FBE3}" type="pres">
      <dgm:prSet presAssocID="{4680BA2A-BE8A-4CEA-B01B-2717C32038BF}" presName="vSp" presStyleCnt="0"/>
      <dgm:spPr/>
    </dgm:pt>
    <dgm:pt modelId="{99C857A9-19F0-43F3-99B2-69C80597B807}" type="pres">
      <dgm:prSet presAssocID="{CD28FA33-E77A-4C8B-80ED-52EEDC97FED4}" presName="rectComp" presStyleCnt="0"/>
      <dgm:spPr/>
    </dgm:pt>
    <dgm:pt modelId="{400A1C30-4F34-45E0-84E7-733D2731D8EB}" type="pres">
      <dgm:prSet presAssocID="{CD28FA33-E77A-4C8B-80ED-52EEDC97FED4}" presName="bgRect" presStyleLbl="bgShp" presStyleIdx="3" presStyleCnt="4"/>
      <dgm:spPr/>
    </dgm:pt>
    <dgm:pt modelId="{08867AF8-1B6A-4522-8278-61673D589050}" type="pres">
      <dgm:prSet presAssocID="{CD28FA33-E77A-4C8B-80ED-52EEDC97FED4}" presName="bgRectTx" presStyleLbl="bgShp" presStyleIdx="3" presStyleCnt="4">
        <dgm:presLayoutVars>
          <dgm:bulletEnabled val="1"/>
        </dgm:presLayoutVars>
      </dgm:prSet>
      <dgm:spPr/>
    </dgm:pt>
  </dgm:ptLst>
  <dgm:cxnLst>
    <dgm:cxn modelId="{3D0D7801-A9D2-494A-AF00-A2F8140A0F93}" type="presOf" srcId="{CD28FA33-E77A-4C8B-80ED-52EEDC97FED4}" destId="{08867AF8-1B6A-4522-8278-61673D589050}" srcOrd="1" destOrd="0" presId="urn:microsoft.com/office/officeart/2005/8/layout/hierarchy6"/>
    <dgm:cxn modelId="{A4CEA212-765E-4C91-B85A-0F7B66496B47}" type="presOf" srcId="{BD1B796F-57A6-4E70-8C50-6C9B3F0D0243}" destId="{8DDADDFA-8EB8-4F25-82AA-BDA6E52B7490}" srcOrd="1" destOrd="0" presId="urn:microsoft.com/office/officeart/2005/8/layout/hierarchy6"/>
    <dgm:cxn modelId="{FF63B515-B6D4-4085-AEF7-1FB3646ACD39}" srcId="{3CC8E818-9E8E-422F-B6F2-7E8F80850B90}" destId="{0C17E9FE-4FDB-4728-8918-2C4649F84D22}" srcOrd="0" destOrd="0" parTransId="{DDF54B6F-3508-403A-81ED-1BB038F09110}" sibTransId="{85086DD6-7938-4C8A-A20D-CA9C9549F207}"/>
    <dgm:cxn modelId="{4D568D63-0997-4634-8EF6-AAD82AC11308}" srcId="{B510A185-A7FB-4E5D-8025-53C339AE1C96}" destId="{3CC8E818-9E8E-422F-B6F2-7E8F80850B90}" srcOrd="0" destOrd="0" parTransId="{A450634F-5117-4C4F-9F18-70B9F1D211C2}" sibTransId="{B0AABF19-4699-4221-9E0D-B880C9B8811E}"/>
    <dgm:cxn modelId="{D9DC0666-A55F-41F3-B276-1B70EA300FD2}" type="presOf" srcId="{62F19AD1-AF71-43C7-BF66-2CB7CB20F4C3}" destId="{3CF259E8-0834-40D2-AE92-16D005540EEA}" srcOrd="0" destOrd="0" presId="urn:microsoft.com/office/officeart/2005/8/layout/hierarchy6"/>
    <dgm:cxn modelId="{B77EDA49-61C9-41AF-B7B3-8819149237FC}" srcId="{3F7DBA91-3ED6-4F26-87A6-8D3A330C67F1}" destId="{CD28FA33-E77A-4C8B-80ED-52EEDC97FED4}" srcOrd="4" destOrd="0" parTransId="{322A36C3-5D4D-4CAA-938C-A0C354C36408}" sibTransId="{3CA2BD74-259F-4E1D-921E-B52621AD9EBB}"/>
    <dgm:cxn modelId="{7BF1954D-5DF3-4FF0-B0C3-72E37EEB269E}" srcId="{0C17E9FE-4FDB-4728-8918-2C4649F84D22}" destId="{13CD68D7-8E8D-4438-99CC-66DBBD07960A}" srcOrd="0" destOrd="0" parTransId="{587B43AA-37C1-4B04-BBD2-04DB426CF0CC}" sibTransId="{64961E3B-12E3-42B7-BD2C-65F78A50E016}"/>
    <dgm:cxn modelId="{607DCB50-360D-4FDF-8506-DCD8BEE5A6C7}" type="presOf" srcId="{4680BA2A-BE8A-4CEA-B01B-2717C32038BF}" destId="{BAA17C5A-FDFD-48E3-84CE-BEB30A12ABE2}" srcOrd="0" destOrd="0" presId="urn:microsoft.com/office/officeart/2005/8/layout/hierarchy6"/>
    <dgm:cxn modelId="{964B1C7E-A501-4082-BE39-C2FC7983E4C2}" type="presOf" srcId="{62F19AD1-AF71-43C7-BF66-2CB7CB20F4C3}" destId="{70A34E0A-5738-4F77-98F5-6EE990FB9648}" srcOrd="1" destOrd="0" presId="urn:microsoft.com/office/officeart/2005/8/layout/hierarchy6"/>
    <dgm:cxn modelId="{07143083-8884-4835-9449-3D7B22D4F3D5}" srcId="{3F7DBA91-3ED6-4F26-87A6-8D3A330C67F1}" destId="{B510A185-A7FB-4E5D-8025-53C339AE1C96}" srcOrd="0" destOrd="0" parTransId="{360FA665-87EE-4C68-8AD5-6D1538F1CC80}" sibTransId="{AC5230E2-DBC1-4417-BF6D-5837058D9F26}"/>
    <dgm:cxn modelId="{A4C7D687-38FA-4974-BA9A-3CEC66FBA16D}" type="presOf" srcId="{BD1B796F-57A6-4E70-8C50-6C9B3F0D0243}" destId="{E884431F-DB7D-4C80-9C44-FF57C8675BA7}" srcOrd="0" destOrd="0" presId="urn:microsoft.com/office/officeart/2005/8/layout/hierarchy6"/>
    <dgm:cxn modelId="{8ACDD88E-9813-4966-A82C-6019257E931B}" srcId="{3F7DBA91-3ED6-4F26-87A6-8D3A330C67F1}" destId="{4680BA2A-BE8A-4CEA-B01B-2717C32038BF}" srcOrd="3" destOrd="0" parTransId="{444432FB-6E7C-4FCF-9377-9D14BEAF3EBD}" sibTransId="{08C2DD37-BB71-4E5F-BE91-7A1CDCC18167}"/>
    <dgm:cxn modelId="{80632D92-4CC6-42B2-8099-4D5E0AB858CC}" type="presOf" srcId="{4680BA2A-BE8A-4CEA-B01B-2717C32038BF}" destId="{9836A43B-126C-4548-A1D4-ED1A729C84C2}" srcOrd="1" destOrd="0" presId="urn:microsoft.com/office/officeart/2005/8/layout/hierarchy6"/>
    <dgm:cxn modelId="{5FDD52B1-5A6F-478F-8760-599A92427115}" type="presOf" srcId="{DDF54B6F-3508-403A-81ED-1BB038F09110}" destId="{CD84654C-08F8-44BD-98AB-112980F5273F}" srcOrd="0" destOrd="0" presId="urn:microsoft.com/office/officeart/2005/8/layout/hierarchy6"/>
    <dgm:cxn modelId="{6C5796B1-141A-4A32-A881-23D1273CB13F}" type="presOf" srcId="{3CC8E818-9E8E-422F-B6F2-7E8F80850B90}" destId="{B3C7852B-E3A6-47E7-BC98-42583A16CE4F}" srcOrd="0" destOrd="0" presId="urn:microsoft.com/office/officeart/2005/8/layout/hierarchy6"/>
    <dgm:cxn modelId="{30A043BE-EAE6-4257-9EEE-BDA81F39A961}" type="presOf" srcId="{587B43AA-37C1-4B04-BBD2-04DB426CF0CC}" destId="{4D6AED3D-B175-4B51-968E-C0C71A3B7566}" srcOrd="0" destOrd="0" presId="urn:microsoft.com/office/officeart/2005/8/layout/hierarchy6"/>
    <dgm:cxn modelId="{01F8CEBE-F174-47E4-8874-6C1712453C68}" type="presOf" srcId="{3F7DBA91-3ED6-4F26-87A6-8D3A330C67F1}" destId="{B9DF391D-BB70-4769-8AA5-EF4A8CB61B97}" srcOrd="0" destOrd="0" presId="urn:microsoft.com/office/officeart/2005/8/layout/hierarchy6"/>
    <dgm:cxn modelId="{24A42FCE-C630-4F8E-AD12-159CCDB5279D}" type="presOf" srcId="{B510A185-A7FB-4E5D-8025-53C339AE1C96}" destId="{4C05D6E2-E81F-4D19-AD78-2ED17BDBF9E7}" srcOrd="0" destOrd="0" presId="urn:microsoft.com/office/officeart/2005/8/layout/hierarchy6"/>
    <dgm:cxn modelId="{55674DD3-054B-4B2B-9704-1F24E3B106A2}" srcId="{3F7DBA91-3ED6-4F26-87A6-8D3A330C67F1}" destId="{62F19AD1-AF71-43C7-BF66-2CB7CB20F4C3}" srcOrd="2" destOrd="0" parTransId="{66AC4F62-D5CE-4998-A5F9-FFB9E554DFB9}" sibTransId="{79AED76C-13DB-4D44-B0CF-9FA75048A48E}"/>
    <dgm:cxn modelId="{DA01AED7-5847-4729-8648-8928987E5F0D}" srcId="{3F7DBA91-3ED6-4F26-87A6-8D3A330C67F1}" destId="{BD1B796F-57A6-4E70-8C50-6C9B3F0D0243}" srcOrd="1" destOrd="0" parTransId="{792A07FA-6C61-4D80-8311-3E7C2B810C42}" sibTransId="{1E424CAC-4F6F-449B-84C2-FEB5436A847F}"/>
    <dgm:cxn modelId="{2A9BA8DA-5742-4BF6-A9C5-012B63849703}" type="presOf" srcId="{CD28FA33-E77A-4C8B-80ED-52EEDC97FED4}" destId="{400A1C30-4F34-45E0-84E7-733D2731D8EB}" srcOrd="0" destOrd="0" presId="urn:microsoft.com/office/officeart/2005/8/layout/hierarchy6"/>
    <dgm:cxn modelId="{8AB9ADDB-907C-4F58-A2EA-9659A45CCB4C}" type="presOf" srcId="{13CD68D7-8E8D-4438-99CC-66DBBD07960A}" destId="{FB477B4A-04D0-4B8C-B318-D3B40C983EF0}" srcOrd="0" destOrd="0" presId="urn:microsoft.com/office/officeart/2005/8/layout/hierarchy6"/>
    <dgm:cxn modelId="{33CC61E2-C26A-4832-A0FF-4A133C28B21D}" type="presOf" srcId="{0C17E9FE-4FDB-4728-8918-2C4649F84D22}" destId="{047B00EE-FD01-4AE9-A545-396CA99D14CA}" srcOrd="0" destOrd="0" presId="urn:microsoft.com/office/officeart/2005/8/layout/hierarchy6"/>
    <dgm:cxn modelId="{B8E388E4-66D6-4B9C-AF47-C95AA782C994}" type="presOf" srcId="{A450634F-5117-4C4F-9F18-70B9F1D211C2}" destId="{E294E603-74F5-4B89-A50D-A25DB78FB139}" srcOrd="0" destOrd="0" presId="urn:microsoft.com/office/officeart/2005/8/layout/hierarchy6"/>
    <dgm:cxn modelId="{E12B03C6-D44D-4DE3-8E98-220A0EDF8AA4}" type="presParOf" srcId="{B9DF391D-BB70-4769-8AA5-EF4A8CB61B97}" destId="{3B236F1D-38A8-4CAC-ADC0-3B19EC6CE481}" srcOrd="0" destOrd="0" presId="urn:microsoft.com/office/officeart/2005/8/layout/hierarchy6"/>
    <dgm:cxn modelId="{68CBB5A4-6B73-43BE-BA56-1690EC3A4C08}" type="presParOf" srcId="{3B236F1D-38A8-4CAC-ADC0-3B19EC6CE481}" destId="{2D91236B-D79E-405F-94FB-216B140E99D4}" srcOrd="0" destOrd="0" presId="urn:microsoft.com/office/officeart/2005/8/layout/hierarchy6"/>
    <dgm:cxn modelId="{2FD84F5A-86B1-46AD-88DC-63D51A5CE784}" type="presParOf" srcId="{3B236F1D-38A8-4CAC-ADC0-3B19EC6CE481}" destId="{D57665C5-0B22-4A04-9BE5-7C9D1CFF733C}" srcOrd="1" destOrd="0" presId="urn:microsoft.com/office/officeart/2005/8/layout/hierarchy6"/>
    <dgm:cxn modelId="{76CDE460-3514-4FED-95E4-33902508093A}" type="presParOf" srcId="{D57665C5-0B22-4A04-9BE5-7C9D1CFF733C}" destId="{5965A5EF-C2B8-4FEC-B2DD-DFC3C5EDC42D}" srcOrd="0" destOrd="0" presId="urn:microsoft.com/office/officeart/2005/8/layout/hierarchy6"/>
    <dgm:cxn modelId="{314B7087-9C48-49F8-8A9E-0649F5001709}" type="presParOf" srcId="{5965A5EF-C2B8-4FEC-B2DD-DFC3C5EDC42D}" destId="{4C05D6E2-E81F-4D19-AD78-2ED17BDBF9E7}" srcOrd="0" destOrd="0" presId="urn:microsoft.com/office/officeart/2005/8/layout/hierarchy6"/>
    <dgm:cxn modelId="{A205C9E9-D8D4-42C8-9006-DAA4F3E93B6F}" type="presParOf" srcId="{5965A5EF-C2B8-4FEC-B2DD-DFC3C5EDC42D}" destId="{8C86410C-CAA0-4B3B-800E-F0C50713FD84}" srcOrd="1" destOrd="0" presId="urn:microsoft.com/office/officeart/2005/8/layout/hierarchy6"/>
    <dgm:cxn modelId="{CC64BCB1-6AC2-494E-9209-3453F708F701}" type="presParOf" srcId="{8C86410C-CAA0-4B3B-800E-F0C50713FD84}" destId="{E294E603-74F5-4B89-A50D-A25DB78FB139}" srcOrd="0" destOrd="0" presId="urn:microsoft.com/office/officeart/2005/8/layout/hierarchy6"/>
    <dgm:cxn modelId="{064ACBC4-D333-4A76-AE73-3CEA3ACE61FE}" type="presParOf" srcId="{8C86410C-CAA0-4B3B-800E-F0C50713FD84}" destId="{CA47E030-8E63-4840-BD78-FBFFB7A0BF0B}" srcOrd="1" destOrd="0" presId="urn:microsoft.com/office/officeart/2005/8/layout/hierarchy6"/>
    <dgm:cxn modelId="{F44289AF-D8BB-41F5-BF7A-1F3EEF1FAC44}" type="presParOf" srcId="{CA47E030-8E63-4840-BD78-FBFFB7A0BF0B}" destId="{B3C7852B-E3A6-47E7-BC98-42583A16CE4F}" srcOrd="0" destOrd="0" presId="urn:microsoft.com/office/officeart/2005/8/layout/hierarchy6"/>
    <dgm:cxn modelId="{99B96330-7FB3-448B-B26A-3CDB69A6BF89}" type="presParOf" srcId="{CA47E030-8E63-4840-BD78-FBFFB7A0BF0B}" destId="{1F782026-AB1C-4A02-9BF5-0DBC92F3C334}" srcOrd="1" destOrd="0" presId="urn:microsoft.com/office/officeart/2005/8/layout/hierarchy6"/>
    <dgm:cxn modelId="{62DF0DE4-C9DD-48AA-BB3B-B609D1EC3423}" type="presParOf" srcId="{1F782026-AB1C-4A02-9BF5-0DBC92F3C334}" destId="{CD84654C-08F8-44BD-98AB-112980F5273F}" srcOrd="0" destOrd="0" presId="urn:microsoft.com/office/officeart/2005/8/layout/hierarchy6"/>
    <dgm:cxn modelId="{532FAC69-2141-41C8-987A-C2481FE38780}" type="presParOf" srcId="{1F782026-AB1C-4A02-9BF5-0DBC92F3C334}" destId="{9F88A9F8-419D-4EFC-85E6-D96C50135195}" srcOrd="1" destOrd="0" presId="urn:microsoft.com/office/officeart/2005/8/layout/hierarchy6"/>
    <dgm:cxn modelId="{4B3E171B-B7B4-4F4D-81C5-18EF72AA05FE}" type="presParOf" srcId="{9F88A9F8-419D-4EFC-85E6-D96C50135195}" destId="{047B00EE-FD01-4AE9-A545-396CA99D14CA}" srcOrd="0" destOrd="0" presId="urn:microsoft.com/office/officeart/2005/8/layout/hierarchy6"/>
    <dgm:cxn modelId="{99CBD36F-2C8D-4A0F-9A87-4BC72FBB0ABF}" type="presParOf" srcId="{9F88A9F8-419D-4EFC-85E6-D96C50135195}" destId="{87EB2FFC-F111-41BC-B97F-69793C26F5DC}" srcOrd="1" destOrd="0" presId="urn:microsoft.com/office/officeart/2005/8/layout/hierarchy6"/>
    <dgm:cxn modelId="{C6C455BE-D879-4457-AB41-2A5D60F31AA0}" type="presParOf" srcId="{87EB2FFC-F111-41BC-B97F-69793C26F5DC}" destId="{4D6AED3D-B175-4B51-968E-C0C71A3B7566}" srcOrd="0" destOrd="0" presId="urn:microsoft.com/office/officeart/2005/8/layout/hierarchy6"/>
    <dgm:cxn modelId="{96F1D6AA-F0D9-4C6E-A09A-2A543BD810C5}" type="presParOf" srcId="{87EB2FFC-F111-41BC-B97F-69793C26F5DC}" destId="{0A3C0546-B1A7-4735-B535-167992D34F96}" srcOrd="1" destOrd="0" presId="urn:microsoft.com/office/officeart/2005/8/layout/hierarchy6"/>
    <dgm:cxn modelId="{58E7EC84-1847-4DC5-9F0A-E0E24970861E}" type="presParOf" srcId="{0A3C0546-B1A7-4735-B535-167992D34F96}" destId="{FB477B4A-04D0-4B8C-B318-D3B40C983EF0}" srcOrd="0" destOrd="0" presId="urn:microsoft.com/office/officeart/2005/8/layout/hierarchy6"/>
    <dgm:cxn modelId="{04B599BA-A2B0-4CC1-9DC0-46869DE99E71}" type="presParOf" srcId="{0A3C0546-B1A7-4735-B535-167992D34F96}" destId="{A28CB610-6ED1-4783-8F19-8E5BE542F1B2}" srcOrd="1" destOrd="0" presId="urn:microsoft.com/office/officeart/2005/8/layout/hierarchy6"/>
    <dgm:cxn modelId="{05655210-4776-4672-A020-E0BCE6E2FC2E}" type="presParOf" srcId="{B9DF391D-BB70-4769-8AA5-EF4A8CB61B97}" destId="{5FA63377-6E5A-4BFE-8C0E-2503F54474BB}" srcOrd="1" destOrd="0" presId="urn:microsoft.com/office/officeart/2005/8/layout/hierarchy6"/>
    <dgm:cxn modelId="{AF93CEED-43F7-4F6F-9BC7-CBFBD34487EA}" type="presParOf" srcId="{5FA63377-6E5A-4BFE-8C0E-2503F54474BB}" destId="{6044828B-57D7-4711-A07F-F99326467479}" srcOrd="0" destOrd="0" presId="urn:microsoft.com/office/officeart/2005/8/layout/hierarchy6"/>
    <dgm:cxn modelId="{CDB84695-BD1B-4837-9EDB-AD8A66F28F23}" type="presParOf" srcId="{6044828B-57D7-4711-A07F-F99326467479}" destId="{E884431F-DB7D-4C80-9C44-FF57C8675BA7}" srcOrd="0" destOrd="0" presId="urn:microsoft.com/office/officeart/2005/8/layout/hierarchy6"/>
    <dgm:cxn modelId="{6E913F9D-B72F-4BE9-8065-73A7796B1DD8}" type="presParOf" srcId="{6044828B-57D7-4711-A07F-F99326467479}" destId="{8DDADDFA-8EB8-4F25-82AA-BDA6E52B7490}" srcOrd="1" destOrd="0" presId="urn:microsoft.com/office/officeart/2005/8/layout/hierarchy6"/>
    <dgm:cxn modelId="{F33291DF-65FC-4713-81BE-FD2EF61A9DF5}" type="presParOf" srcId="{5FA63377-6E5A-4BFE-8C0E-2503F54474BB}" destId="{E8928547-85EF-400C-8CA6-CD718189A63D}" srcOrd="1" destOrd="0" presId="urn:microsoft.com/office/officeart/2005/8/layout/hierarchy6"/>
    <dgm:cxn modelId="{0926DF83-121A-431D-A363-62A0695F6A61}" type="presParOf" srcId="{E8928547-85EF-400C-8CA6-CD718189A63D}" destId="{E5E52D3A-9119-4B04-985D-244FD1C719E2}" srcOrd="0" destOrd="0" presId="urn:microsoft.com/office/officeart/2005/8/layout/hierarchy6"/>
    <dgm:cxn modelId="{2C28A0D6-6FF5-41C8-B19B-F5BA2D82692D}" type="presParOf" srcId="{5FA63377-6E5A-4BFE-8C0E-2503F54474BB}" destId="{44D3A844-25E4-4A89-8F8C-00BB9EFF134A}" srcOrd="2" destOrd="0" presId="urn:microsoft.com/office/officeart/2005/8/layout/hierarchy6"/>
    <dgm:cxn modelId="{F43A32FE-30A5-41D1-94EB-EBAB795E206E}" type="presParOf" srcId="{44D3A844-25E4-4A89-8F8C-00BB9EFF134A}" destId="{3CF259E8-0834-40D2-AE92-16D005540EEA}" srcOrd="0" destOrd="0" presId="urn:microsoft.com/office/officeart/2005/8/layout/hierarchy6"/>
    <dgm:cxn modelId="{64EF4D59-4700-4FAF-B773-7DB5C1FFD03A}" type="presParOf" srcId="{44D3A844-25E4-4A89-8F8C-00BB9EFF134A}" destId="{70A34E0A-5738-4F77-98F5-6EE990FB9648}" srcOrd="1" destOrd="0" presId="urn:microsoft.com/office/officeart/2005/8/layout/hierarchy6"/>
    <dgm:cxn modelId="{7C6F7374-BEB0-4428-8632-9DAE0A550C97}" type="presParOf" srcId="{5FA63377-6E5A-4BFE-8C0E-2503F54474BB}" destId="{E5134D61-81C7-40BF-9B8E-E9004D258F29}" srcOrd="3" destOrd="0" presId="urn:microsoft.com/office/officeart/2005/8/layout/hierarchy6"/>
    <dgm:cxn modelId="{CEC8917C-957E-46B3-B660-908B4D54B113}" type="presParOf" srcId="{E5134D61-81C7-40BF-9B8E-E9004D258F29}" destId="{3E2EC3F8-1209-4811-B7FF-B0DDC89D6EED}" srcOrd="0" destOrd="0" presId="urn:microsoft.com/office/officeart/2005/8/layout/hierarchy6"/>
    <dgm:cxn modelId="{E618A6B5-1A90-4B10-96DB-E0E728C286E8}" type="presParOf" srcId="{5FA63377-6E5A-4BFE-8C0E-2503F54474BB}" destId="{2CC80DB3-C27D-4D5D-A2B9-1446DCD2501E}" srcOrd="4" destOrd="0" presId="urn:microsoft.com/office/officeart/2005/8/layout/hierarchy6"/>
    <dgm:cxn modelId="{4E3113D3-8153-43E6-8435-32F9896180A9}" type="presParOf" srcId="{2CC80DB3-C27D-4D5D-A2B9-1446DCD2501E}" destId="{BAA17C5A-FDFD-48E3-84CE-BEB30A12ABE2}" srcOrd="0" destOrd="0" presId="urn:microsoft.com/office/officeart/2005/8/layout/hierarchy6"/>
    <dgm:cxn modelId="{23B7CA9D-B341-47A6-B889-7CB86CF24C45}" type="presParOf" srcId="{2CC80DB3-C27D-4D5D-A2B9-1446DCD2501E}" destId="{9836A43B-126C-4548-A1D4-ED1A729C84C2}" srcOrd="1" destOrd="0" presId="urn:microsoft.com/office/officeart/2005/8/layout/hierarchy6"/>
    <dgm:cxn modelId="{817EF00B-C56F-4AFC-BC02-B705C6D71B30}" type="presParOf" srcId="{5FA63377-6E5A-4BFE-8C0E-2503F54474BB}" destId="{D8BF70A9-6278-4244-857E-23CB1CDA1F2B}" srcOrd="5" destOrd="0" presId="urn:microsoft.com/office/officeart/2005/8/layout/hierarchy6"/>
    <dgm:cxn modelId="{EFC262A6-1800-4A89-9683-74E37534639E}" type="presParOf" srcId="{D8BF70A9-6278-4244-857E-23CB1CDA1F2B}" destId="{04E183C2-6416-4EF0-9A22-F2FC3640FBE3}" srcOrd="0" destOrd="0" presId="urn:microsoft.com/office/officeart/2005/8/layout/hierarchy6"/>
    <dgm:cxn modelId="{2688E3CD-B703-4485-A83A-C5505A4357FF}" type="presParOf" srcId="{5FA63377-6E5A-4BFE-8C0E-2503F54474BB}" destId="{99C857A9-19F0-43F3-99B2-69C80597B807}" srcOrd="6" destOrd="0" presId="urn:microsoft.com/office/officeart/2005/8/layout/hierarchy6"/>
    <dgm:cxn modelId="{21749631-5D81-4F1F-A83B-B44D22900D31}" type="presParOf" srcId="{99C857A9-19F0-43F3-99B2-69C80597B807}" destId="{400A1C30-4F34-45E0-84E7-733D2731D8EB}" srcOrd="0" destOrd="0" presId="urn:microsoft.com/office/officeart/2005/8/layout/hierarchy6"/>
    <dgm:cxn modelId="{51B99CF6-C575-4D34-89C6-E64D99D91498}" type="presParOf" srcId="{99C857A9-19F0-43F3-99B2-69C80597B807}" destId="{08867AF8-1B6A-4522-8278-61673D589050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E46DAF1-EF99-458D-809F-1A38CB91F61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CD20962-A02C-42C2-A682-46C41C1CEC98}">
      <dgm:prSet/>
      <dgm:spPr/>
      <dgm:t>
        <a:bodyPr/>
        <a:lstStyle/>
        <a:p>
          <a:r>
            <a:rPr lang="en-US"/>
            <a:t>wsgi.py</a:t>
          </a:r>
        </a:p>
      </dgm:t>
    </dgm:pt>
    <dgm:pt modelId="{79927212-A19B-4330-99AB-1556C3D3BBC7}" type="parTrans" cxnId="{2B106BC9-F376-4847-95C8-5E9D1BFB7CEC}">
      <dgm:prSet/>
      <dgm:spPr/>
      <dgm:t>
        <a:bodyPr/>
        <a:lstStyle/>
        <a:p>
          <a:endParaRPr lang="en-US"/>
        </a:p>
      </dgm:t>
    </dgm:pt>
    <dgm:pt modelId="{27A339E3-028E-4058-9CDF-49ED2A5551A5}" type="sibTrans" cxnId="{2B106BC9-F376-4847-95C8-5E9D1BFB7CEC}">
      <dgm:prSet/>
      <dgm:spPr/>
      <dgm:t>
        <a:bodyPr/>
        <a:lstStyle/>
        <a:p>
          <a:endParaRPr lang="en-US"/>
        </a:p>
      </dgm:t>
    </dgm:pt>
    <dgm:pt modelId="{4E8F2A53-A98F-4BC6-8947-C3F9B9B74BDA}">
      <dgm:prSet/>
      <dgm:spPr/>
      <dgm:t>
        <a:bodyPr/>
        <a:lstStyle/>
        <a:p>
          <a:r>
            <a:rPr lang="en-US"/>
            <a:t>application serving file</a:t>
          </a:r>
        </a:p>
      </dgm:t>
    </dgm:pt>
    <dgm:pt modelId="{AFB1A1B3-EE09-41B5-B832-67D214E0C540}" type="parTrans" cxnId="{73CF978F-239D-4466-A05C-1348DE7F2810}">
      <dgm:prSet/>
      <dgm:spPr/>
      <dgm:t>
        <a:bodyPr/>
        <a:lstStyle/>
        <a:p>
          <a:endParaRPr lang="en-US"/>
        </a:p>
      </dgm:t>
    </dgm:pt>
    <dgm:pt modelId="{AD5EB459-5EAA-4ACF-8F42-4F5903041F21}" type="sibTrans" cxnId="{73CF978F-239D-4466-A05C-1348DE7F2810}">
      <dgm:prSet/>
      <dgm:spPr/>
      <dgm:t>
        <a:bodyPr/>
        <a:lstStyle/>
        <a:p>
          <a:endParaRPr lang="en-US"/>
        </a:p>
      </dgm:t>
    </dgm:pt>
    <dgm:pt modelId="{09457737-7872-4FD0-A0E6-ACC35BAF4AE1}">
      <dgm:prSet/>
      <dgm:spPr/>
      <dgm:t>
        <a:bodyPr/>
        <a:lstStyle/>
        <a:p>
          <a:r>
            <a:rPr lang="en-US"/>
            <a:t>urls.py</a:t>
          </a:r>
        </a:p>
      </dgm:t>
    </dgm:pt>
    <dgm:pt modelId="{EBDA4FAB-08FF-43CF-8BA7-096F9364ED70}" type="parTrans" cxnId="{5606283E-F6B1-4970-89FA-AF876044D2E8}">
      <dgm:prSet/>
      <dgm:spPr/>
      <dgm:t>
        <a:bodyPr/>
        <a:lstStyle/>
        <a:p>
          <a:endParaRPr lang="en-US"/>
        </a:p>
      </dgm:t>
    </dgm:pt>
    <dgm:pt modelId="{EDBE5B97-FE74-4629-9F64-3EDB358616A8}" type="sibTrans" cxnId="{5606283E-F6B1-4970-89FA-AF876044D2E8}">
      <dgm:prSet/>
      <dgm:spPr/>
      <dgm:t>
        <a:bodyPr/>
        <a:lstStyle/>
        <a:p>
          <a:endParaRPr lang="en-US"/>
        </a:p>
      </dgm:t>
    </dgm:pt>
    <dgm:pt modelId="{293633EE-7CEC-48D6-ABC0-840805FD1925}">
      <dgm:prSet/>
      <dgm:spPr/>
      <dgm:t>
        <a:bodyPr/>
        <a:lstStyle/>
        <a:p>
          <a:r>
            <a:rPr lang="en-US"/>
            <a:t>url handling file</a:t>
          </a:r>
        </a:p>
      </dgm:t>
    </dgm:pt>
    <dgm:pt modelId="{3A561273-AFC0-4BAB-84BE-AC7864ECD4A7}" type="parTrans" cxnId="{09455DB1-80FB-4FAD-8C0C-B2712090B3F8}">
      <dgm:prSet/>
      <dgm:spPr/>
      <dgm:t>
        <a:bodyPr/>
        <a:lstStyle/>
        <a:p>
          <a:endParaRPr lang="en-US"/>
        </a:p>
      </dgm:t>
    </dgm:pt>
    <dgm:pt modelId="{D750EB5A-6A5D-4028-B20A-1BDC8AAFCC00}" type="sibTrans" cxnId="{09455DB1-80FB-4FAD-8C0C-B2712090B3F8}">
      <dgm:prSet/>
      <dgm:spPr/>
      <dgm:t>
        <a:bodyPr/>
        <a:lstStyle/>
        <a:p>
          <a:endParaRPr lang="en-US"/>
        </a:p>
      </dgm:t>
    </dgm:pt>
    <dgm:pt modelId="{8AC8B14C-F01B-4B30-89F4-5944397C6F26}">
      <dgm:prSet/>
      <dgm:spPr/>
      <dgm:t>
        <a:bodyPr/>
        <a:lstStyle/>
        <a:p>
          <a:r>
            <a:rPr lang="en-US"/>
            <a:t>settings.py</a:t>
          </a:r>
        </a:p>
      </dgm:t>
    </dgm:pt>
    <dgm:pt modelId="{9E04647C-4ABE-4D3D-A81A-0434ACB4A029}" type="parTrans" cxnId="{594B2ABF-3452-4834-BF2D-C2DE67084ABA}">
      <dgm:prSet/>
      <dgm:spPr/>
      <dgm:t>
        <a:bodyPr/>
        <a:lstStyle/>
        <a:p>
          <a:endParaRPr lang="en-US"/>
        </a:p>
      </dgm:t>
    </dgm:pt>
    <dgm:pt modelId="{26C9A79C-6869-4CD0-9791-A281D4213E97}" type="sibTrans" cxnId="{594B2ABF-3452-4834-BF2D-C2DE67084ABA}">
      <dgm:prSet/>
      <dgm:spPr/>
      <dgm:t>
        <a:bodyPr/>
        <a:lstStyle/>
        <a:p>
          <a:endParaRPr lang="en-US"/>
        </a:p>
      </dgm:t>
    </dgm:pt>
    <dgm:pt modelId="{6B34712F-F8CF-4EB7-870F-589985FE1D67}">
      <dgm:prSet/>
      <dgm:spPr/>
      <dgm:t>
        <a:bodyPr/>
        <a:lstStyle/>
        <a:p>
          <a:r>
            <a:rPr lang="en-US"/>
            <a:t>setting file</a:t>
          </a:r>
        </a:p>
      </dgm:t>
    </dgm:pt>
    <dgm:pt modelId="{55EF7C37-9D4C-4A7F-BF09-2CF94E7EA207}" type="parTrans" cxnId="{7EE6E074-3FE8-4E24-A71F-AA4B739660D2}">
      <dgm:prSet/>
      <dgm:spPr/>
      <dgm:t>
        <a:bodyPr/>
        <a:lstStyle/>
        <a:p>
          <a:endParaRPr lang="en-US"/>
        </a:p>
      </dgm:t>
    </dgm:pt>
    <dgm:pt modelId="{6EB2A43F-FC6F-47A6-8A6E-6645D0007A31}" type="sibTrans" cxnId="{7EE6E074-3FE8-4E24-A71F-AA4B739660D2}">
      <dgm:prSet/>
      <dgm:spPr/>
      <dgm:t>
        <a:bodyPr/>
        <a:lstStyle/>
        <a:p>
          <a:endParaRPr lang="en-US"/>
        </a:p>
      </dgm:t>
    </dgm:pt>
    <dgm:pt modelId="{1A584DC6-BF1F-4982-A57C-DDFE1DBCA30F}">
      <dgm:prSet/>
      <dgm:spPr/>
      <dgm:t>
        <a:bodyPr/>
        <a:lstStyle/>
        <a:p>
          <a:r>
            <a:rPr lang="en-US"/>
            <a:t>database setting</a:t>
          </a:r>
        </a:p>
      </dgm:t>
    </dgm:pt>
    <dgm:pt modelId="{AA18836B-C39C-4CC7-B3FE-9B158621C664}" type="parTrans" cxnId="{F44AB0F0-6EE6-4E3B-8290-CFF9D9E7E62D}">
      <dgm:prSet/>
      <dgm:spPr/>
      <dgm:t>
        <a:bodyPr/>
        <a:lstStyle/>
        <a:p>
          <a:endParaRPr lang="en-US"/>
        </a:p>
      </dgm:t>
    </dgm:pt>
    <dgm:pt modelId="{443415E7-EF82-440F-B37D-8C4F715E26E5}" type="sibTrans" cxnId="{F44AB0F0-6EE6-4E3B-8290-CFF9D9E7E62D}">
      <dgm:prSet/>
      <dgm:spPr/>
      <dgm:t>
        <a:bodyPr/>
        <a:lstStyle/>
        <a:p>
          <a:endParaRPr lang="en-US"/>
        </a:p>
      </dgm:t>
    </dgm:pt>
    <dgm:pt modelId="{863ED6C2-F637-4765-A85E-E454F4D75F34}">
      <dgm:prSet/>
      <dgm:spPr/>
      <dgm:t>
        <a:bodyPr/>
        <a:lstStyle/>
        <a:p>
          <a:r>
            <a:rPr lang="en-US"/>
            <a:t>hostname setting</a:t>
          </a:r>
        </a:p>
      </dgm:t>
    </dgm:pt>
    <dgm:pt modelId="{E0BABC70-8EB5-4A64-B62C-C2AD2D7C01FD}" type="parTrans" cxnId="{425D2E25-0758-4150-B7F6-B41D9429BD35}">
      <dgm:prSet/>
      <dgm:spPr/>
      <dgm:t>
        <a:bodyPr/>
        <a:lstStyle/>
        <a:p>
          <a:endParaRPr lang="en-US"/>
        </a:p>
      </dgm:t>
    </dgm:pt>
    <dgm:pt modelId="{8BA1E359-5ED9-456F-AFAA-3A9290994F1D}" type="sibTrans" cxnId="{425D2E25-0758-4150-B7F6-B41D9429BD35}">
      <dgm:prSet/>
      <dgm:spPr/>
      <dgm:t>
        <a:bodyPr/>
        <a:lstStyle/>
        <a:p>
          <a:endParaRPr lang="en-US"/>
        </a:p>
      </dgm:t>
    </dgm:pt>
    <dgm:pt modelId="{54AE5296-BF18-489D-9695-71B8831EDDBC}">
      <dgm:prSet/>
      <dgm:spPr/>
      <dgm:t>
        <a:bodyPr/>
        <a:lstStyle/>
        <a:p>
          <a:r>
            <a:rPr lang="en-US"/>
            <a:t>directory setting</a:t>
          </a:r>
        </a:p>
      </dgm:t>
    </dgm:pt>
    <dgm:pt modelId="{77BF45D1-F2DA-40A4-97B5-09340545E8CF}" type="parTrans" cxnId="{388CEDDA-F383-42DF-AA15-05366E7F49A4}">
      <dgm:prSet/>
      <dgm:spPr/>
      <dgm:t>
        <a:bodyPr/>
        <a:lstStyle/>
        <a:p>
          <a:endParaRPr lang="en-US"/>
        </a:p>
      </dgm:t>
    </dgm:pt>
    <dgm:pt modelId="{02667421-B8CF-4115-B8CD-80A2F2FC5757}" type="sibTrans" cxnId="{388CEDDA-F383-42DF-AA15-05366E7F49A4}">
      <dgm:prSet/>
      <dgm:spPr/>
      <dgm:t>
        <a:bodyPr/>
        <a:lstStyle/>
        <a:p>
          <a:endParaRPr lang="en-US"/>
        </a:p>
      </dgm:t>
    </dgm:pt>
    <dgm:pt modelId="{1A68887E-C502-4B03-B0A1-79091DAE71B4}" type="pres">
      <dgm:prSet presAssocID="{5E46DAF1-EF99-458D-809F-1A38CB91F616}" presName="linear" presStyleCnt="0">
        <dgm:presLayoutVars>
          <dgm:animLvl val="lvl"/>
          <dgm:resizeHandles val="exact"/>
        </dgm:presLayoutVars>
      </dgm:prSet>
      <dgm:spPr/>
    </dgm:pt>
    <dgm:pt modelId="{8E99AC32-9E3C-4E35-8EC9-7BEC9415B3CE}" type="pres">
      <dgm:prSet presAssocID="{7CD20962-A02C-42C2-A682-46C41C1CEC9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11787E0-E97B-4399-8951-FF92BB35A916}" type="pres">
      <dgm:prSet presAssocID="{7CD20962-A02C-42C2-A682-46C41C1CEC98}" presName="childText" presStyleLbl="revTx" presStyleIdx="0" presStyleCnt="3">
        <dgm:presLayoutVars>
          <dgm:bulletEnabled val="1"/>
        </dgm:presLayoutVars>
      </dgm:prSet>
      <dgm:spPr/>
    </dgm:pt>
    <dgm:pt modelId="{35C23C28-7BA4-4138-9330-5E2A39B6389C}" type="pres">
      <dgm:prSet presAssocID="{09457737-7872-4FD0-A0E6-ACC35BAF4AE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9AE25FB-CB8B-4344-9FA4-17E9FD6DA1AF}" type="pres">
      <dgm:prSet presAssocID="{09457737-7872-4FD0-A0E6-ACC35BAF4AE1}" presName="childText" presStyleLbl="revTx" presStyleIdx="1" presStyleCnt="3">
        <dgm:presLayoutVars>
          <dgm:bulletEnabled val="1"/>
        </dgm:presLayoutVars>
      </dgm:prSet>
      <dgm:spPr/>
    </dgm:pt>
    <dgm:pt modelId="{42A1B7BF-725A-4817-8175-2EC1AA08AC82}" type="pres">
      <dgm:prSet presAssocID="{8AC8B14C-F01B-4B30-89F4-5944397C6F2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1631B4E-F644-4EC7-AFAA-2ABA7EBA74F6}" type="pres">
      <dgm:prSet presAssocID="{8AC8B14C-F01B-4B30-89F4-5944397C6F26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180B1610-9604-4A66-9200-A9B537864BC0}" type="presOf" srcId="{8AC8B14C-F01B-4B30-89F4-5944397C6F26}" destId="{42A1B7BF-725A-4817-8175-2EC1AA08AC82}" srcOrd="0" destOrd="0" presId="urn:microsoft.com/office/officeart/2005/8/layout/vList2"/>
    <dgm:cxn modelId="{8350F420-1B0E-49BE-9A26-39B8C3B8DB87}" type="presOf" srcId="{863ED6C2-F637-4765-A85E-E454F4D75F34}" destId="{11631B4E-F644-4EC7-AFAA-2ABA7EBA74F6}" srcOrd="0" destOrd="2" presId="urn:microsoft.com/office/officeart/2005/8/layout/vList2"/>
    <dgm:cxn modelId="{425D2E25-0758-4150-B7F6-B41D9429BD35}" srcId="{8AC8B14C-F01B-4B30-89F4-5944397C6F26}" destId="{863ED6C2-F637-4765-A85E-E454F4D75F34}" srcOrd="2" destOrd="0" parTransId="{E0BABC70-8EB5-4A64-B62C-C2AD2D7C01FD}" sibTransId="{8BA1E359-5ED9-456F-AFAA-3A9290994F1D}"/>
    <dgm:cxn modelId="{AC903A26-A89A-4F77-95C0-A1F4F51E339A}" type="presOf" srcId="{7CD20962-A02C-42C2-A682-46C41C1CEC98}" destId="{8E99AC32-9E3C-4E35-8EC9-7BEC9415B3CE}" srcOrd="0" destOrd="0" presId="urn:microsoft.com/office/officeart/2005/8/layout/vList2"/>
    <dgm:cxn modelId="{5606283E-F6B1-4970-89FA-AF876044D2E8}" srcId="{5E46DAF1-EF99-458D-809F-1A38CB91F616}" destId="{09457737-7872-4FD0-A0E6-ACC35BAF4AE1}" srcOrd="1" destOrd="0" parTransId="{EBDA4FAB-08FF-43CF-8BA7-096F9364ED70}" sibTransId="{EDBE5B97-FE74-4629-9F64-3EDB358616A8}"/>
    <dgm:cxn modelId="{7EE6E074-3FE8-4E24-A71F-AA4B739660D2}" srcId="{8AC8B14C-F01B-4B30-89F4-5944397C6F26}" destId="{6B34712F-F8CF-4EB7-870F-589985FE1D67}" srcOrd="0" destOrd="0" parTransId="{55EF7C37-9D4C-4A7F-BF09-2CF94E7EA207}" sibTransId="{6EB2A43F-FC6F-47A6-8A6E-6645D0007A31}"/>
    <dgm:cxn modelId="{73CF978F-239D-4466-A05C-1348DE7F2810}" srcId="{7CD20962-A02C-42C2-A682-46C41C1CEC98}" destId="{4E8F2A53-A98F-4BC6-8947-C3F9B9B74BDA}" srcOrd="0" destOrd="0" parTransId="{AFB1A1B3-EE09-41B5-B832-67D214E0C540}" sibTransId="{AD5EB459-5EAA-4ACF-8F42-4F5903041F21}"/>
    <dgm:cxn modelId="{7C6BB79B-2A09-46A1-A559-B11D402C166E}" type="presOf" srcId="{5E46DAF1-EF99-458D-809F-1A38CB91F616}" destId="{1A68887E-C502-4B03-B0A1-79091DAE71B4}" srcOrd="0" destOrd="0" presId="urn:microsoft.com/office/officeart/2005/8/layout/vList2"/>
    <dgm:cxn modelId="{91FFA19D-C2BA-4673-9516-8DEB6F5DF8FE}" type="presOf" srcId="{09457737-7872-4FD0-A0E6-ACC35BAF4AE1}" destId="{35C23C28-7BA4-4138-9330-5E2A39B6389C}" srcOrd="0" destOrd="0" presId="urn:microsoft.com/office/officeart/2005/8/layout/vList2"/>
    <dgm:cxn modelId="{F283C7AC-5612-4F97-AC90-79A758EC29C3}" type="presOf" srcId="{4E8F2A53-A98F-4BC6-8947-C3F9B9B74BDA}" destId="{A11787E0-E97B-4399-8951-FF92BB35A916}" srcOrd="0" destOrd="0" presId="urn:microsoft.com/office/officeart/2005/8/layout/vList2"/>
    <dgm:cxn modelId="{09455DB1-80FB-4FAD-8C0C-B2712090B3F8}" srcId="{09457737-7872-4FD0-A0E6-ACC35BAF4AE1}" destId="{293633EE-7CEC-48D6-ABC0-840805FD1925}" srcOrd="0" destOrd="0" parTransId="{3A561273-AFC0-4BAB-84BE-AC7864ECD4A7}" sibTransId="{D750EB5A-6A5D-4028-B20A-1BDC8AAFCC00}"/>
    <dgm:cxn modelId="{594B2ABF-3452-4834-BF2D-C2DE67084ABA}" srcId="{5E46DAF1-EF99-458D-809F-1A38CB91F616}" destId="{8AC8B14C-F01B-4B30-89F4-5944397C6F26}" srcOrd="2" destOrd="0" parTransId="{9E04647C-4ABE-4D3D-A81A-0434ACB4A029}" sibTransId="{26C9A79C-6869-4CD0-9791-A281D4213E97}"/>
    <dgm:cxn modelId="{B2FDE4C7-DB9D-49A4-BA50-CC4E0E0E634F}" type="presOf" srcId="{293633EE-7CEC-48D6-ABC0-840805FD1925}" destId="{49AE25FB-CB8B-4344-9FA4-17E9FD6DA1AF}" srcOrd="0" destOrd="0" presId="urn:microsoft.com/office/officeart/2005/8/layout/vList2"/>
    <dgm:cxn modelId="{2B106BC9-F376-4847-95C8-5E9D1BFB7CEC}" srcId="{5E46DAF1-EF99-458D-809F-1A38CB91F616}" destId="{7CD20962-A02C-42C2-A682-46C41C1CEC98}" srcOrd="0" destOrd="0" parTransId="{79927212-A19B-4330-99AB-1556C3D3BBC7}" sibTransId="{27A339E3-028E-4058-9CDF-49ED2A5551A5}"/>
    <dgm:cxn modelId="{DB0A36CC-43D9-426B-AE26-7D99906E5B4A}" type="presOf" srcId="{1A584DC6-BF1F-4982-A57C-DDFE1DBCA30F}" destId="{11631B4E-F644-4EC7-AFAA-2ABA7EBA74F6}" srcOrd="0" destOrd="1" presId="urn:microsoft.com/office/officeart/2005/8/layout/vList2"/>
    <dgm:cxn modelId="{696F7FCC-214B-4663-AEAC-C48B97A28AB9}" type="presOf" srcId="{54AE5296-BF18-489D-9695-71B8831EDDBC}" destId="{11631B4E-F644-4EC7-AFAA-2ABA7EBA74F6}" srcOrd="0" destOrd="3" presId="urn:microsoft.com/office/officeart/2005/8/layout/vList2"/>
    <dgm:cxn modelId="{388CEDDA-F383-42DF-AA15-05366E7F49A4}" srcId="{8AC8B14C-F01B-4B30-89F4-5944397C6F26}" destId="{54AE5296-BF18-489D-9695-71B8831EDDBC}" srcOrd="3" destOrd="0" parTransId="{77BF45D1-F2DA-40A4-97B5-09340545E8CF}" sibTransId="{02667421-B8CF-4115-B8CD-80A2F2FC5757}"/>
    <dgm:cxn modelId="{F44AB0F0-6EE6-4E3B-8290-CFF9D9E7E62D}" srcId="{8AC8B14C-F01B-4B30-89F4-5944397C6F26}" destId="{1A584DC6-BF1F-4982-A57C-DDFE1DBCA30F}" srcOrd="1" destOrd="0" parTransId="{AA18836B-C39C-4CC7-B3FE-9B158621C664}" sibTransId="{443415E7-EF82-440F-B37D-8C4F715E26E5}"/>
    <dgm:cxn modelId="{C7999DF5-9D82-48B3-8254-879107647C42}" type="presOf" srcId="{6B34712F-F8CF-4EB7-870F-589985FE1D67}" destId="{11631B4E-F644-4EC7-AFAA-2ABA7EBA74F6}" srcOrd="0" destOrd="0" presId="urn:microsoft.com/office/officeart/2005/8/layout/vList2"/>
    <dgm:cxn modelId="{88EB5CCD-BC45-4739-844F-10D5E48A284B}" type="presParOf" srcId="{1A68887E-C502-4B03-B0A1-79091DAE71B4}" destId="{8E99AC32-9E3C-4E35-8EC9-7BEC9415B3CE}" srcOrd="0" destOrd="0" presId="urn:microsoft.com/office/officeart/2005/8/layout/vList2"/>
    <dgm:cxn modelId="{885FE369-2A30-4403-9E16-4A55FB247DEA}" type="presParOf" srcId="{1A68887E-C502-4B03-B0A1-79091DAE71B4}" destId="{A11787E0-E97B-4399-8951-FF92BB35A916}" srcOrd="1" destOrd="0" presId="urn:microsoft.com/office/officeart/2005/8/layout/vList2"/>
    <dgm:cxn modelId="{ECAC219E-A7D0-4C33-9CB2-9DFF387948A9}" type="presParOf" srcId="{1A68887E-C502-4B03-B0A1-79091DAE71B4}" destId="{35C23C28-7BA4-4138-9330-5E2A39B6389C}" srcOrd="2" destOrd="0" presId="urn:microsoft.com/office/officeart/2005/8/layout/vList2"/>
    <dgm:cxn modelId="{10CC1BAF-4270-478D-AE96-BFACD46CA429}" type="presParOf" srcId="{1A68887E-C502-4B03-B0A1-79091DAE71B4}" destId="{49AE25FB-CB8B-4344-9FA4-17E9FD6DA1AF}" srcOrd="3" destOrd="0" presId="urn:microsoft.com/office/officeart/2005/8/layout/vList2"/>
    <dgm:cxn modelId="{9ADDB51A-3E31-494C-BEA9-4D15C80E8231}" type="presParOf" srcId="{1A68887E-C502-4B03-B0A1-79091DAE71B4}" destId="{42A1B7BF-725A-4817-8175-2EC1AA08AC82}" srcOrd="4" destOrd="0" presId="urn:microsoft.com/office/officeart/2005/8/layout/vList2"/>
    <dgm:cxn modelId="{11DC59F0-EB12-4A3F-B86A-F8F580D4DB66}" type="presParOf" srcId="{1A68887E-C502-4B03-B0A1-79091DAE71B4}" destId="{11631B4E-F644-4EC7-AFAA-2ABA7EBA74F6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3C88539-B8B0-4A0B-99C1-982FAF3E7193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C861758-B8C0-4986-8D3F-127C9E5783FF}">
      <dgm:prSet/>
      <dgm:spPr/>
      <dgm:t>
        <a:bodyPr/>
        <a:lstStyle/>
        <a:p>
          <a:r>
            <a:rPr lang="en-US"/>
            <a:t>models.py</a:t>
          </a:r>
        </a:p>
      </dgm:t>
    </dgm:pt>
    <dgm:pt modelId="{2533881E-317C-4218-9386-5E0886F0C26A}" type="parTrans" cxnId="{266FBD66-2C84-4582-84AE-5027E3E6D28F}">
      <dgm:prSet/>
      <dgm:spPr/>
      <dgm:t>
        <a:bodyPr/>
        <a:lstStyle/>
        <a:p>
          <a:endParaRPr lang="en-US"/>
        </a:p>
      </dgm:t>
    </dgm:pt>
    <dgm:pt modelId="{0E042D66-1AA9-42C5-B920-845973CD2D6E}" type="sibTrans" cxnId="{266FBD66-2C84-4582-84AE-5027E3E6D28F}">
      <dgm:prSet/>
      <dgm:spPr/>
      <dgm:t>
        <a:bodyPr/>
        <a:lstStyle/>
        <a:p>
          <a:endParaRPr lang="en-US"/>
        </a:p>
      </dgm:t>
    </dgm:pt>
    <dgm:pt modelId="{2869C88D-837F-41B6-A830-AE473EABA698}">
      <dgm:prSet/>
      <dgm:spPr/>
      <dgm:t>
        <a:bodyPr/>
        <a:lstStyle/>
        <a:p>
          <a:r>
            <a:rPr lang="en-US"/>
            <a:t>Saving users, events,location as models and add them on database</a:t>
          </a:r>
        </a:p>
      </dgm:t>
    </dgm:pt>
    <dgm:pt modelId="{B1A5DD64-44EB-4FB6-BF63-84FF66ACAAD4}" type="parTrans" cxnId="{889140B0-5593-47D2-B1AB-F39992EF4B9C}">
      <dgm:prSet/>
      <dgm:spPr/>
      <dgm:t>
        <a:bodyPr/>
        <a:lstStyle/>
        <a:p>
          <a:endParaRPr lang="en-US"/>
        </a:p>
      </dgm:t>
    </dgm:pt>
    <dgm:pt modelId="{31000BE2-D728-4898-A3E8-AFF4C6760A8B}" type="sibTrans" cxnId="{889140B0-5593-47D2-B1AB-F39992EF4B9C}">
      <dgm:prSet/>
      <dgm:spPr/>
      <dgm:t>
        <a:bodyPr/>
        <a:lstStyle/>
        <a:p>
          <a:endParaRPr lang="en-US"/>
        </a:p>
      </dgm:t>
    </dgm:pt>
    <dgm:pt modelId="{8ABCC9CD-D842-4DED-8720-7F88BB71926B}">
      <dgm:prSet/>
      <dgm:spPr/>
      <dgm:t>
        <a:bodyPr/>
        <a:lstStyle/>
        <a:p>
          <a:r>
            <a:rPr lang="en-US"/>
            <a:t>views.py</a:t>
          </a:r>
        </a:p>
      </dgm:t>
    </dgm:pt>
    <dgm:pt modelId="{832B8D36-0AF8-4542-8F16-997D65F54F0C}" type="parTrans" cxnId="{F6F5CA9A-8012-4876-B141-B85B6FB6E4A1}">
      <dgm:prSet/>
      <dgm:spPr/>
      <dgm:t>
        <a:bodyPr/>
        <a:lstStyle/>
        <a:p>
          <a:endParaRPr lang="en-US"/>
        </a:p>
      </dgm:t>
    </dgm:pt>
    <dgm:pt modelId="{E6D37736-9FDA-4AA6-8BA9-3986066AD96B}" type="sibTrans" cxnId="{F6F5CA9A-8012-4876-B141-B85B6FB6E4A1}">
      <dgm:prSet/>
      <dgm:spPr/>
      <dgm:t>
        <a:bodyPr/>
        <a:lstStyle/>
        <a:p>
          <a:endParaRPr lang="en-US"/>
        </a:p>
      </dgm:t>
    </dgm:pt>
    <dgm:pt modelId="{C492B3AA-7ED5-4104-A329-3839CC814C40}">
      <dgm:prSet/>
      <dgm:spPr/>
      <dgm:t>
        <a:bodyPr/>
        <a:lstStyle/>
        <a:p>
          <a:r>
            <a:rPr lang="en-US"/>
            <a:t>calling templates from templates directory and sharing data with them to view on browser</a:t>
          </a:r>
        </a:p>
      </dgm:t>
    </dgm:pt>
    <dgm:pt modelId="{27278B3B-3573-43BF-B7F8-024B5ECD29B0}" type="parTrans" cxnId="{EECF2E06-2EB3-40CE-9F38-90C0DE6BFADE}">
      <dgm:prSet/>
      <dgm:spPr/>
      <dgm:t>
        <a:bodyPr/>
        <a:lstStyle/>
        <a:p>
          <a:endParaRPr lang="en-US"/>
        </a:p>
      </dgm:t>
    </dgm:pt>
    <dgm:pt modelId="{8FE3DDFC-D992-42B3-BAC9-39EE2E454299}" type="sibTrans" cxnId="{EECF2E06-2EB3-40CE-9F38-90C0DE6BFADE}">
      <dgm:prSet/>
      <dgm:spPr/>
      <dgm:t>
        <a:bodyPr/>
        <a:lstStyle/>
        <a:p>
          <a:endParaRPr lang="en-US"/>
        </a:p>
      </dgm:t>
    </dgm:pt>
    <dgm:pt modelId="{331D3697-8BFE-4A6A-A9B1-4429E434095C}">
      <dgm:prSet/>
      <dgm:spPr/>
      <dgm:t>
        <a:bodyPr/>
        <a:lstStyle/>
        <a:p>
          <a:r>
            <a:rPr lang="en-US"/>
            <a:t>urls.py</a:t>
          </a:r>
        </a:p>
      </dgm:t>
    </dgm:pt>
    <dgm:pt modelId="{5F5EF1C0-1654-455A-A3C3-1C7385310FB5}" type="parTrans" cxnId="{914B14B5-41E1-4CF3-A10E-0429E74769FD}">
      <dgm:prSet/>
      <dgm:spPr/>
      <dgm:t>
        <a:bodyPr/>
        <a:lstStyle/>
        <a:p>
          <a:endParaRPr lang="en-US"/>
        </a:p>
      </dgm:t>
    </dgm:pt>
    <dgm:pt modelId="{10D011D0-D4CA-406D-95C9-728B06BD0AB4}" type="sibTrans" cxnId="{914B14B5-41E1-4CF3-A10E-0429E74769FD}">
      <dgm:prSet/>
      <dgm:spPr/>
      <dgm:t>
        <a:bodyPr/>
        <a:lstStyle/>
        <a:p>
          <a:endParaRPr lang="en-US"/>
        </a:p>
      </dgm:t>
    </dgm:pt>
    <dgm:pt modelId="{6CAA9665-E75A-48CB-900C-9396BE2A2FAF}">
      <dgm:prSet/>
      <dgm:spPr/>
      <dgm:t>
        <a:bodyPr/>
        <a:lstStyle/>
        <a:p>
          <a:r>
            <a:rPr lang="en-US"/>
            <a:t>handles urls within the application</a:t>
          </a:r>
        </a:p>
      </dgm:t>
    </dgm:pt>
    <dgm:pt modelId="{0A1ED162-4E0B-46A7-A5C7-81A39BE829FE}" type="parTrans" cxnId="{5DE9E79E-076D-45EC-9E70-1FA93190A4C4}">
      <dgm:prSet/>
      <dgm:spPr/>
      <dgm:t>
        <a:bodyPr/>
        <a:lstStyle/>
        <a:p>
          <a:endParaRPr lang="en-US"/>
        </a:p>
      </dgm:t>
    </dgm:pt>
    <dgm:pt modelId="{E85C2BE2-F2A9-47CA-B010-F1D4A81980D6}" type="sibTrans" cxnId="{5DE9E79E-076D-45EC-9E70-1FA93190A4C4}">
      <dgm:prSet/>
      <dgm:spPr/>
      <dgm:t>
        <a:bodyPr/>
        <a:lstStyle/>
        <a:p>
          <a:endParaRPr lang="en-US"/>
        </a:p>
      </dgm:t>
    </dgm:pt>
    <dgm:pt modelId="{074D1CB4-DC45-490C-A0D7-D28CC675FDF8}">
      <dgm:prSet/>
      <dgm:spPr/>
      <dgm:t>
        <a:bodyPr/>
        <a:lstStyle/>
        <a:p>
          <a:r>
            <a:rPr lang="en-US"/>
            <a:t>forms.py</a:t>
          </a:r>
        </a:p>
      </dgm:t>
    </dgm:pt>
    <dgm:pt modelId="{04B926A2-33AB-4D18-98A3-63D276BC9D05}" type="parTrans" cxnId="{1480D20A-C85C-42F3-877A-C8B2E9B32D17}">
      <dgm:prSet/>
      <dgm:spPr/>
      <dgm:t>
        <a:bodyPr/>
        <a:lstStyle/>
        <a:p>
          <a:endParaRPr lang="en-US"/>
        </a:p>
      </dgm:t>
    </dgm:pt>
    <dgm:pt modelId="{CBA9F9C3-7CFF-40FC-94F1-3168F229D577}" type="sibTrans" cxnId="{1480D20A-C85C-42F3-877A-C8B2E9B32D17}">
      <dgm:prSet/>
      <dgm:spPr/>
      <dgm:t>
        <a:bodyPr/>
        <a:lstStyle/>
        <a:p>
          <a:endParaRPr lang="en-US"/>
        </a:p>
      </dgm:t>
    </dgm:pt>
    <dgm:pt modelId="{6AFBB371-907C-4674-A2C4-7A2A860ADB9C}">
      <dgm:prSet/>
      <dgm:spPr/>
      <dgm:t>
        <a:bodyPr/>
        <a:lstStyle/>
        <a:p>
          <a:r>
            <a:rPr lang="en-US"/>
            <a:t>forms handling</a:t>
          </a:r>
        </a:p>
      </dgm:t>
    </dgm:pt>
    <dgm:pt modelId="{8C12EAD3-405D-4E29-BD48-C1987C02FCA2}" type="parTrans" cxnId="{B5C0BE75-4851-4ECA-ACD0-DE00442696C3}">
      <dgm:prSet/>
      <dgm:spPr/>
      <dgm:t>
        <a:bodyPr/>
        <a:lstStyle/>
        <a:p>
          <a:endParaRPr lang="en-US"/>
        </a:p>
      </dgm:t>
    </dgm:pt>
    <dgm:pt modelId="{0AD39A6C-A226-4410-B25D-574BA262012F}" type="sibTrans" cxnId="{B5C0BE75-4851-4ECA-ACD0-DE00442696C3}">
      <dgm:prSet/>
      <dgm:spPr/>
      <dgm:t>
        <a:bodyPr/>
        <a:lstStyle/>
        <a:p>
          <a:endParaRPr lang="en-US"/>
        </a:p>
      </dgm:t>
    </dgm:pt>
    <dgm:pt modelId="{66D8ECA6-BE6B-4178-A5B2-2B90952D0532}">
      <dgm:prSet/>
      <dgm:spPr/>
      <dgm:t>
        <a:bodyPr/>
        <a:lstStyle/>
        <a:p>
          <a:r>
            <a:rPr lang="en-US"/>
            <a:t>admin.py</a:t>
          </a:r>
        </a:p>
      </dgm:t>
    </dgm:pt>
    <dgm:pt modelId="{72713301-A0B1-4D55-9464-0AAE9AF16D13}" type="parTrans" cxnId="{905BD1F8-8F00-4919-9DD6-ACFFB2295E35}">
      <dgm:prSet/>
      <dgm:spPr/>
      <dgm:t>
        <a:bodyPr/>
        <a:lstStyle/>
        <a:p>
          <a:endParaRPr lang="en-US"/>
        </a:p>
      </dgm:t>
    </dgm:pt>
    <dgm:pt modelId="{DB541BDA-8842-4EBA-AD66-188E4B7525E5}" type="sibTrans" cxnId="{905BD1F8-8F00-4919-9DD6-ACFFB2295E35}">
      <dgm:prSet/>
      <dgm:spPr/>
      <dgm:t>
        <a:bodyPr/>
        <a:lstStyle/>
        <a:p>
          <a:endParaRPr lang="en-US"/>
        </a:p>
      </dgm:t>
    </dgm:pt>
    <dgm:pt modelId="{500C9C2E-FE6C-4BA6-8F8F-FF6809116FAD}">
      <dgm:prSet/>
      <dgm:spPr/>
      <dgm:t>
        <a:bodyPr/>
        <a:lstStyle/>
        <a:p>
          <a:r>
            <a:rPr lang="en-US"/>
            <a:t>adding models in admin panel</a:t>
          </a:r>
        </a:p>
      </dgm:t>
    </dgm:pt>
    <dgm:pt modelId="{32E7C8B8-43D2-43E2-8CEE-E085E9D47622}" type="parTrans" cxnId="{027A7628-9283-4B3D-8755-4EB60F486363}">
      <dgm:prSet/>
      <dgm:spPr/>
      <dgm:t>
        <a:bodyPr/>
        <a:lstStyle/>
        <a:p>
          <a:endParaRPr lang="en-US"/>
        </a:p>
      </dgm:t>
    </dgm:pt>
    <dgm:pt modelId="{5FB3982D-9D29-4369-B002-1597584272DB}" type="sibTrans" cxnId="{027A7628-9283-4B3D-8755-4EB60F486363}">
      <dgm:prSet/>
      <dgm:spPr/>
      <dgm:t>
        <a:bodyPr/>
        <a:lstStyle/>
        <a:p>
          <a:endParaRPr lang="en-US"/>
        </a:p>
      </dgm:t>
    </dgm:pt>
    <dgm:pt modelId="{24EB8336-99EA-4270-B07D-099F5CE927B1}" type="pres">
      <dgm:prSet presAssocID="{03C88539-B8B0-4A0B-99C1-982FAF3E7193}" presName="linear" presStyleCnt="0">
        <dgm:presLayoutVars>
          <dgm:animLvl val="lvl"/>
          <dgm:resizeHandles val="exact"/>
        </dgm:presLayoutVars>
      </dgm:prSet>
      <dgm:spPr/>
    </dgm:pt>
    <dgm:pt modelId="{FC400A5E-2885-4248-A955-7FD80C0B4871}" type="pres">
      <dgm:prSet presAssocID="{7C861758-B8C0-4986-8D3F-127C9E5783F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1EEFCB5-086A-4F47-A594-77EF71695486}" type="pres">
      <dgm:prSet presAssocID="{7C861758-B8C0-4986-8D3F-127C9E5783FF}" presName="childText" presStyleLbl="revTx" presStyleIdx="0" presStyleCnt="5">
        <dgm:presLayoutVars>
          <dgm:bulletEnabled val="1"/>
        </dgm:presLayoutVars>
      </dgm:prSet>
      <dgm:spPr/>
    </dgm:pt>
    <dgm:pt modelId="{54FBB63E-A6B7-4718-9871-D7BAD04D2236}" type="pres">
      <dgm:prSet presAssocID="{8ABCC9CD-D842-4DED-8720-7F88BB7192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66D9CEC-90CD-4CA7-81E9-DDF2DDE70B72}" type="pres">
      <dgm:prSet presAssocID="{8ABCC9CD-D842-4DED-8720-7F88BB71926B}" presName="childText" presStyleLbl="revTx" presStyleIdx="1" presStyleCnt="5">
        <dgm:presLayoutVars>
          <dgm:bulletEnabled val="1"/>
        </dgm:presLayoutVars>
      </dgm:prSet>
      <dgm:spPr/>
    </dgm:pt>
    <dgm:pt modelId="{63E4CDD0-9100-419D-A9DB-DF210394C0AA}" type="pres">
      <dgm:prSet presAssocID="{331D3697-8BFE-4A6A-A9B1-4429E434095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6A13EA3-850D-4715-8243-DF33EFBED85F}" type="pres">
      <dgm:prSet presAssocID="{331D3697-8BFE-4A6A-A9B1-4429E434095C}" presName="childText" presStyleLbl="revTx" presStyleIdx="2" presStyleCnt="5">
        <dgm:presLayoutVars>
          <dgm:bulletEnabled val="1"/>
        </dgm:presLayoutVars>
      </dgm:prSet>
      <dgm:spPr/>
    </dgm:pt>
    <dgm:pt modelId="{CBE26821-6C86-4EEA-A3BA-6DD7A830F220}" type="pres">
      <dgm:prSet presAssocID="{074D1CB4-DC45-490C-A0D7-D28CC675FDF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73F8EA5-AA35-4CD8-925E-7C20A4DD6876}" type="pres">
      <dgm:prSet presAssocID="{074D1CB4-DC45-490C-A0D7-D28CC675FDF8}" presName="childText" presStyleLbl="revTx" presStyleIdx="3" presStyleCnt="5">
        <dgm:presLayoutVars>
          <dgm:bulletEnabled val="1"/>
        </dgm:presLayoutVars>
      </dgm:prSet>
      <dgm:spPr/>
    </dgm:pt>
    <dgm:pt modelId="{8682C780-F5DB-4CF4-93BA-45080B1D2F23}" type="pres">
      <dgm:prSet presAssocID="{66D8ECA6-BE6B-4178-A5B2-2B90952D0532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E3D94D15-1864-4546-949B-6FB02AEDDE29}" type="pres">
      <dgm:prSet presAssocID="{66D8ECA6-BE6B-4178-A5B2-2B90952D0532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513F1703-EA31-4671-9F01-BD3BE2A67AB9}" type="presOf" srcId="{66D8ECA6-BE6B-4178-A5B2-2B90952D0532}" destId="{8682C780-F5DB-4CF4-93BA-45080B1D2F23}" srcOrd="0" destOrd="0" presId="urn:microsoft.com/office/officeart/2005/8/layout/vList2"/>
    <dgm:cxn modelId="{EECF2E06-2EB3-40CE-9F38-90C0DE6BFADE}" srcId="{8ABCC9CD-D842-4DED-8720-7F88BB71926B}" destId="{C492B3AA-7ED5-4104-A329-3839CC814C40}" srcOrd="0" destOrd="0" parTransId="{27278B3B-3573-43BF-B7F8-024B5ECD29B0}" sibTransId="{8FE3DDFC-D992-42B3-BAC9-39EE2E454299}"/>
    <dgm:cxn modelId="{1480D20A-C85C-42F3-877A-C8B2E9B32D17}" srcId="{03C88539-B8B0-4A0B-99C1-982FAF3E7193}" destId="{074D1CB4-DC45-490C-A0D7-D28CC675FDF8}" srcOrd="3" destOrd="0" parTransId="{04B926A2-33AB-4D18-98A3-63D276BC9D05}" sibTransId="{CBA9F9C3-7CFF-40FC-94F1-3168F229D577}"/>
    <dgm:cxn modelId="{027A7628-9283-4B3D-8755-4EB60F486363}" srcId="{66D8ECA6-BE6B-4178-A5B2-2B90952D0532}" destId="{500C9C2E-FE6C-4BA6-8F8F-FF6809116FAD}" srcOrd="0" destOrd="0" parTransId="{32E7C8B8-43D2-43E2-8CEE-E085E9D47622}" sibTransId="{5FB3982D-9D29-4369-B002-1597584272DB}"/>
    <dgm:cxn modelId="{744A6631-C250-445B-B95C-AB77D91FB9CC}" type="presOf" srcId="{500C9C2E-FE6C-4BA6-8F8F-FF6809116FAD}" destId="{E3D94D15-1864-4546-949B-6FB02AEDDE29}" srcOrd="0" destOrd="0" presId="urn:microsoft.com/office/officeart/2005/8/layout/vList2"/>
    <dgm:cxn modelId="{7729163F-95F3-42B9-852F-0F55CED7C73E}" type="presOf" srcId="{C492B3AA-7ED5-4104-A329-3839CC814C40}" destId="{F66D9CEC-90CD-4CA7-81E9-DDF2DDE70B72}" srcOrd="0" destOrd="0" presId="urn:microsoft.com/office/officeart/2005/8/layout/vList2"/>
    <dgm:cxn modelId="{97DF715F-1B45-4354-9051-68E9FEF73882}" type="presOf" srcId="{331D3697-8BFE-4A6A-A9B1-4429E434095C}" destId="{63E4CDD0-9100-419D-A9DB-DF210394C0AA}" srcOrd="0" destOrd="0" presId="urn:microsoft.com/office/officeart/2005/8/layout/vList2"/>
    <dgm:cxn modelId="{0E7D9743-7832-40A1-AF56-86D2553A1788}" type="presOf" srcId="{6CAA9665-E75A-48CB-900C-9396BE2A2FAF}" destId="{06A13EA3-850D-4715-8243-DF33EFBED85F}" srcOrd="0" destOrd="0" presId="urn:microsoft.com/office/officeart/2005/8/layout/vList2"/>
    <dgm:cxn modelId="{266FBD66-2C84-4582-84AE-5027E3E6D28F}" srcId="{03C88539-B8B0-4A0B-99C1-982FAF3E7193}" destId="{7C861758-B8C0-4986-8D3F-127C9E5783FF}" srcOrd="0" destOrd="0" parTransId="{2533881E-317C-4218-9386-5E0886F0C26A}" sibTransId="{0E042D66-1AA9-42C5-B920-845973CD2D6E}"/>
    <dgm:cxn modelId="{B5C0BE75-4851-4ECA-ACD0-DE00442696C3}" srcId="{074D1CB4-DC45-490C-A0D7-D28CC675FDF8}" destId="{6AFBB371-907C-4674-A2C4-7A2A860ADB9C}" srcOrd="0" destOrd="0" parTransId="{8C12EAD3-405D-4E29-BD48-C1987C02FCA2}" sibTransId="{0AD39A6C-A226-4410-B25D-574BA262012F}"/>
    <dgm:cxn modelId="{161CE47E-69AE-41A0-9296-2AFAEDD8261A}" type="presOf" srcId="{6AFBB371-907C-4674-A2C4-7A2A860ADB9C}" destId="{873F8EA5-AA35-4CD8-925E-7C20A4DD6876}" srcOrd="0" destOrd="0" presId="urn:microsoft.com/office/officeart/2005/8/layout/vList2"/>
    <dgm:cxn modelId="{F5AD908B-AB5F-45A7-889B-814C16703200}" type="presOf" srcId="{8ABCC9CD-D842-4DED-8720-7F88BB71926B}" destId="{54FBB63E-A6B7-4718-9871-D7BAD04D2236}" srcOrd="0" destOrd="0" presId="urn:microsoft.com/office/officeart/2005/8/layout/vList2"/>
    <dgm:cxn modelId="{F6F5CA9A-8012-4876-B141-B85B6FB6E4A1}" srcId="{03C88539-B8B0-4A0B-99C1-982FAF3E7193}" destId="{8ABCC9CD-D842-4DED-8720-7F88BB71926B}" srcOrd="1" destOrd="0" parTransId="{832B8D36-0AF8-4542-8F16-997D65F54F0C}" sibTransId="{E6D37736-9FDA-4AA6-8BA9-3986066AD96B}"/>
    <dgm:cxn modelId="{5DE9E79E-076D-45EC-9E70-1FA93190A4C4}" srcId="{331D3697-8BFE-4A6A-A9B1-4429E434095C}" destId="{6CAA9665-E75A-48CB-900C-9396BE2A2FAF}" srcOrd="0" destOrd="0" parTransId="{0A1ED162-4E0B-46A7-A5C7-81A39BE829FE}" sibTransId="{E85C2BE2-F2A9-47CA-B010-F1D4A81980D6}"/>
    <dgm:cxn modelId="{889140B0-5593-47D2-B1AB-F39992EF4B9C}" srcId="{7C861758-B8C0-4986-8D3F-127C9E5783FF}" destId="{2869C88D-837F-41B6-A830-AE473EABA698}" srcOrd="0" destOrd="0" parTransId="{B1A5DD64-44EB-4FB6-BF63-84FF66ACAAD4}" sibTransId="{31000BE2-D728-4898-A3E8-AFF4C6760A8B}"/>
    <dgm:cxn modelId="{914B14B5-41E1-4CF3-A10E-0429E74769FD}" srcId="{03C88539-B8B0-4A0B-99C1-982FAF3E7193}" destId="{331D3697-8BFE-4A6A-A9B1-4429E434095C}" srcOrd="2" destOrd="0" parTransId="{5F5EF1C0-1654-455A-A3C3-1C7385310FB5}" sibTransId="{10D011D0-D4CA-406D-95C9-728B06BD0AB4}"/>
    <dgm:cxn modelId="{957A70C7-6273-4208-880A-2448E10EA67A}" type="presOf" srcId="{03C88539-B8B0-4A0B-99C1-982FAF3E7193}" destId="{24EB8336-99EA-4270-B07D-099F5CE927B1}" srcOrd="0" destOrd="0" presId="urn:microsoft.com/office/officeart/2005/8/layout/vList2"/>
    <dgm:cxn modelId="{A380C3CF-D60B-4118-82EF-EC7AF0915842}" type="presOf" srcId="{074D1CB4-DC45-490C-A0D7-D28CC675FDF8}" destId="{CBE26821-6C86-4EEA-A3BA-6DD7A830F220}" srcOrd="0" destOrd="0" presId="urn:microsoft.com/office/officeart/2005/8/layout/vList2"/>
    <dgm:cxn modelId="{9B8D5AD4-8D70-4CAB-9C7D-40830AAAA15C}" type="presOf" srcId="{2869C88D-837F-41B6-A830-AE473EABA698}" destId="{01EEFCB5-086A-4F47-A594-77EF71695486}" srcOrd="0" destOrd="0" presId="urn:microsoft.com/office/officeart/2005/8/layout/vList2"/>
    <dgm:cxn modelId="{083E02D8-5898-40F6-9FA9-25B59FCA9F5E}" type="presOf" srcId="{7C861758-B8C0-4986-8D3F-127C9E5783FF}" destId="{FC400A5E-2885-4248-A955-7FD80C0B4871}" srcOrd="0" destOrd="0" presId="urn:microsoft.com/office/officeart/2005/8/layout/vList2"/>
    <dgm:cxn modelId="{905BD1F8-8F00-4919-9DD6-ACFFB2295E35}" srcId="{03C88539-B8B0-4A0B-99C1-982FAF3E7193}" destId="{66D8ECA6-BE6B-4178-A5B2-2B90952D0532}" srcOrd="4" destOrd="0" parTransId="{72713301-A0B1-4D55-9464-0AAE9AF16D13}" sibTransId="{DB541BDA-8842-4EBA-AD66-188E4B7525E5}"/>
    <dgm:cxn modelId="{E03AA28A-1810-4A38-8AEB-565CF139A551}" type="presParOf" srcId="{24EB8336-99EA-4270-B07D-099F5CE927B1}" destId="{FC400A5E-2885-4248-A955-7FD80C0B4871}" srcOrd="0" destOrd="0" presId="urn:microsoft.com/office/officeart/2005/8/layout/vList2"/>
    <dgm:cxn modelId="{32829C6E-8C48-43D5-9BCE-E4BFEDC76E2B}" type="presParOf" srcId="{24EB8336-99EA-4270-B07D-099F5CE927B1}" destId="{01EEFCB5-086A-4F47-A594-77EF71695486}" srcOrd="1" destOrd="0" presId="urn:microsoft.com/office/officeart/2005/8/layout/vList2"/>
    <dgm:cxn modelId="{503AC309-A518-46A2-BCA1-9689F02684D9}" type="presParOf" srcId="{24EB8336-99EA-4270-B07D-099F5CE927B1}" destId="{54FBB63E-A6B7-4718-9871-D7BAD04D2236}" srcOrd="2" destOrd="0" presId="urn:microsoft.com/office/officeart/2005/8/layout/vList2"/>
    <dgm:cxn modelId="{F0AE6A24-F73A-485A-8AA4-EDFFDD52A4A8}" type="presParOf" srcId="{24EB8336-99EA-4270-B07D-099F5CE927B1}" destId="{F66D9CEC-90CD-4CA7-81E9-DDF2DDE70B72}" srcOrd="3" destOrd="0" presId="urn:microsoft.com/office/officeart/2005/8/layout/vList2"/>
    <dgm:cxn modelId="{838DBDC2-3819-429C-939C-82A9D36D787F}" type="presParOf" srcId="{24EB8336-99EA-4270-B07D-099F5CE927B1}" destId="{63E4CDD0-9100-419D-A9DB-DF210394C0AA}" srcOrd="4" destOrd="0" presId="urn:microsoft.com/office/officeart/2005/8/layout/vList2"/>
    <dgm:cxn modelId="{CA3F6106-69F3-4A58-95E9-EB85A33FEAB7}" type="presParOf" srcId="{24EB8336-99EA-4270-B07D-099F5CE927B1}" destId="{06A13EA3-850D-4715-8243-DF33EFBED85F}" srcOrd="5" destOrd="0" presId="urn:microsoft.com/office/officeart/2005/8/layout/vList2"/>
    <dgm:cxn modelId="{4B1B7D94-D9F8-407B-88C4-76F6A0FDDA5E}" type="presParOf" srcId="{24EB8336-99EA-4270-B07D-099F5CE927B1}" destId="{CBE26821-6C86-4EEA-A3BA-6DD7A830F220}" srcOrd="6" destOrd="0" presId="urn:microsoft.com/office/officeart/2005/8/layout/vList2"/>
    <dgm:cxn modelId="{5A7FC94F-FE9D-404F-B2A1-B6521ECFBC18}" type="presParOf" srcId="{24EB8336-99EA-4270-B07D-099F5CE927B1}" destId="{873F8EA5-AA35-4CD8-925E-7C20A4DD6876}" srcOrd="7" destOrd="0" presId="urn:microsoft.com/office/officeart/2005/8/layout/vList2"/>
    <dgm:cxn modelId="{A104F338-7507-4A09-BA88-8B75045F0FE3}" type="presParOf" srcId="{24EB8336-99EA-4270-B07D-099F5CE927B1}" destId="{8682C780-F5DB-4CF4-93BA-45080B1D2F23}" srcOrd="8" destOrd="0" presId="urn:microsoft.com/office/officeart/2005/8/layout/vList2"/>
    <dgm:cxn modelId="{9D7C317E-65D2-47F0-92FA-7D2F7ACC3EB8}" type="presParOf" srcId="{24EB8336-99EA-4270-B07D-099F5CE927B1}" destId="{E3D94D15-1864-4546-949B-6FB02AEDDE29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07946DE-C2C4-4386-9EBA-E5161DA35262}" type="doc">
      <dgm:prSet loTypeId="urn:microsoft.com/office/officeart/2005/8/layout/lProcess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EA573AF-2EA6-45B3-AB91-9834AA7F1B8C}">
      <dgm:prSet phldrT="[Text]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Users</a:t>
          </a:r>
        </a:p>
      </dgm:t>
    </dgm:pt>
    <dgm:pt modelId="{E181BC30-605F-405F-8070-EC8A19FD5A8B}" type="parTrans" cxnId="{4786823F-B953-4DF0-8CD8-1374B21BF4FB}">
      <dgm:prSet/>
      <dgm:spPr/>
      <dgm:t>
        <a:bodyPr/>
        <a:lstStyle/>
        <a:p>
          <a:endParaRPr lang="en-US"/>
        </a:p>
      </dgm:t>
    </dgm:pt>
    <dgm:pt modelId="{AE56B8F1-12D2-47B4-B2F2-FC7494CCAFD0}" type="sibTrans" cxnId="{4786823F-B953-4DF0-8CD8-1374B21BF4FB}">
      <dgm:prSet/>
      <dgm:spPr/>
      <dgm:t>
        <a:bodyPr/>
        <a:lstStyle/>
        <a:p>
          <a:endParaRPr lang="en-US"/>
        </a:p>
      </dgm:t>
    </dgm:pt>
    <dgm:pt modelId="{634AB82D-E6CF-42C8-9693-96DB7E02D80C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User id </a:t>
          </a:r>
        </a:p>
      </dgm:t>
    </dgm:pt>
    <dgm:pt modelId="{BE20C511-E695-4E6B-8336-5A3A5836E5DA}" type="parTrans" cxnId="{DE8B2750-FF02-4467-BB09-067D6B6320A6}">
      <dgm:prSet/>
      <dgm:spPr/>
      <dgm:t>
        <a:bodyPr/>
        <a:lstStyle/>
        <a:p>
          <a:endParaRPr lang="en-US"/>
        </a:p>
      </dgm:t>
    </dgm:pt>
    <dgm:pt modelId="{4540DF5E-6003-48B8-8B9D-CA6FF123901D}" type="sibTrans" cxnId="{DE8B2750-FF02-4467-BB09-067D6B6320A6}">
      <dgm:prSet/>
      <dgm:spPr/>
      <dgm:t>
        <a:bodyPr/>
        <a:lstStyle/>
        <a:p>
          <a:endParaRPr lang="en-US"/>
        </a:p>
      </dgm:t>
    </dgm:pt>
    <dgm:pt modelId="{03CC2CE4-C1A6-47A8-8556-BC6DA11E3D48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Created events </a:t>
          </a:r>
        </a:p>
      </dgm:t>
    </dgm:pt>
    <dgm:pt modelId="{8873EA3E-6872-4BD7-899A-64FFC610BA13}" type="parTrans" cxnId="{42C835A5-4605-449C-A93D-611C65EEE088}">
      <dgm:prSet/>
      <dgm:spPr/>
      <dgm:t>
        <a:bodyPr/>
        <a:lstStyle/>
        <a:p>
          <a:endParaRPr lang="en-US"/>
        </a:p>
      </dgm:t>
    </dgm:pt>
    <dgm:pt modelId="{C77EE667-4DC4-41FA-BF17-A2456E5D7485}" type="sibTrans" cxnId="{42C835A5-4605-449C-A93D-611C65EEE088}">
      <dgm:prSet/>
      <dgm:spPr/>
      <dgm:t>
        <a:bodyPr/>
        <a:lstStyle/>
        <a:p>
          <a:endParaRPr lang="en-US"/>
        </a:p>
      </dgm:t>
    </dgm:pt>
    <dgm:pt modelId="{4DF28202-644C-43F4-9CF3-B9B2C4E83E68}">
      <dgm:prSet phldrT="[Text]"/>
      <dgm:spPr>
        <a:solidFill>
          <a:schemeClr val="accent5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Events</a:t>
          </a:r>
        </a:p>
      </dgm:t>
    </dgm:pt>
    <dgm:pt modelId="{A48BFC43-3CF6-46F6-A8F4-2353778EE5EF}" type="parTrans" cxnId="{9038F4C7-9F4E-42FD-8DDE-39D36D4A5A26}">
      <dgm:prSet/>
      <dgm:spPr/>
      <dgm:t>
        <a:bodyPr/>
        <a:lstStyle/>
        <a:p>
          <a:endParaRPr lang="en-US"/>
        </a:p>
      </dgm:t>
    </dgm:pt>
    <dgm:pt modelId="{AFCC5E64-A0A0-4198-8944-B641477C6FE3}" type="sibTrans" cxnId="{9038F4C7-9F4E-42FD-8DDE-39D36D4A5A26}">
      <dgm:prSet/>
      <dgm:spPr/>
      <dgm:t>
        <a:bodyPr/>
        <a:lstStyle/>
        <a:p>
          <a:endParaRPr lang="en-US"/>
        </a:p>
      </dgm:t>
    </dgm:pt>
    <dgm:pt modelId="{426183AA-488C-4433-AA71-797B9CA84EC1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Title</a:t>
          </a:r>
        </a:p>
      </dgm:t>
    </dgm:pt>
    <dgm:pt modelId="{A83DFA51-C255-4FED-B33B-4F297966D0E4}" type="parTrans" cxnId="{1047A8FA-2010-4E95-A1DE-C760C59B700B}">
      <dgm:prSet/>
      <dgm:spPr/>
      <dgm:t>
        <a:bodyPr/>
        <a:lstStyle/>
        <a:p>
          <a:endParaRPr lang="en-US"/>
        </a:p>
      </dgm:t>
    </dgm:pt>
    <dgm:pt modelId="{CEFCF58F-448D-45BC-87B1-C602EF86B20A}" type="sibTrans" cxnId="{1047A8FA-2010-4E95-A1DE-C760C59B700B}">
      <dgm:prSet/>
      <dgm:spPr/>
      <dgm:t>
        <a:bodyPr/>
        <a:lstStyle/>
        <a:p>
          <a:endParaRPr lang="en-US"/>
        </a:p>
      </dgm:t>
    </dgm:pt>
    <dgm:pt modelId="{618717AC-5AA6-49C8-B57F-0E394FE7C03D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Groups</a:t>
          </a:r>
        </a:p>
      </dgm:t>
    </dgm:pt>
    <dgm:pt modelId="{355E6289-9999-4FE7-9105-1EDA32D08A06}" type="parTrans" cxnId="{F6A46E8A-76F0-4495-9538-3A0A973B3068}">
      <dgm:prSet/>
      <dgm:spPr/>
      <dgm:t>
        <a:bodyPr/>
        <a:lstStyle/>
        <a:p>
          <a:endParaRPr lang="en-US"/>
        </a:p>
      </dgm:t>
    </dgm:pt>
    <dgm:pt modelId="{9A0374BF-CD7C-41EB-9754-B8188FD94B75}" type="sibTrans" cxnId="{F6A46E8A-76F0-4495-9538-3A0A973B3068}">
      <dgm:prSet/>
      <dgm:spPr/>
      <dgm:t>
        <a:bodyPr/>
        <a:lstStyle/>
        <a:p>
          <a:endParaRPr lang="en-US"/>
        </a:p>
      </dgm:t>
    </dgm:pt>
    <dgm:pt modelId="{AB094CA3-B739-4057-A9F5-51508AD51270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Joined events </a:t>
          </a:r>
        </a:p>
      </dgm:t>
    </dgm:pt>
    <dgm:pt modelId="{6372575E-FBBC-49C5-8A07-98A6ECD75B32}" type="parTrans" cxnId="{713BD54B-9B21-4B56-86EC-4EF992E2047E}">
      <dgm:prSet/>
      <dgm:spPr/>
      <dgm:t>
        <a:bodyPr/>
        <a:lstStyle/>
        <a:p>
          <a:endParaRPr lang="en-US"/>
        </a:p>
      </dgm:t>
    </dgm:pt>
    <dgm:pt modelId="{77BD0295-4561-4A71-9404-271804FFF13E}" type="sibTrans" cxnId="{713BD54B-9B21-4B56-86EC-4EF992E2047E}">
      <dgm:prSet/>
      <dgm:spPr/>
      <dgm:t>
        <a:bodyPr/>
        <a:lstStyle/>
        <a:p>
          <a:endParaRPr lang="en-US"/>
        </a:p>
      </dgm:t>
    </dgm:pt>
    <dgm:pt modelId="{724DB452-7D06-4978-8BE8-FE2DAF726C46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Friends</a:t>
          </a:r>
        </a:p>
      </dgm:t>
    </dgm:pt>
    <dgm:pt modelId="{C1BB5C3F-1D83-4435-A5E9-F61CD303C362}" type="parTrans" cxnId="{D5FECE49-8B3B-4304-B7E0-D19E0FA9623D}">
      <dgm:prSet/>
      <dgm:spPr/>
      <dgm:t>
        <a:bodyPr/>
        <a:lstStyle/>
        <a:p>
          <a:endParaRPr lang="en-US"/>
        </a:p>
      </dgm:t>
    </dgm:pt>
    <dgm:pt modelId="{791FEA6A-12CD-44E5-AF67-391FC1678671}" type="sibTrans" cxnId="{D5FECE49-8B3B-4304-B7E0-D19E0FA9623D}">
      <dgm:prSet/>
      <dgm:spPr/>
      <dgm:t>
        <a:bodyPr/>
        <a:lstStyle/>
        <a:p>
          <a:endParaRPr lang="en-US"/>
        </a:p>
      </dgm:t>
    </dgm:pt>
    <dgm:pt modelId="{FA44A270-FCFA-49D3-99B2-F5901185F784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Username</a:t>
          </a:r>
        </a:p>
      </dgm:t>
    </dgm:pt>
    <dgm:pt modelId="{C7133854-6B1C-41F6-BE71-D3AEA50FFC41}" type="parTrans" cxnId="{E10D78D1-2382-4F61-A0EB-69E51A29B674}">
      <dgm:prSet/>
      <dgm:spPr/>
      <dgm:t>
        <a:bodyPr/>
        <a:lstStyle/>
        <a:p>
          <a:endParaRPr lang="en-US"/>
        </a:p>
      </dgm:t>
    </dgm:pt>
    <dgm:pt modelId="{3D523946-F6CF-4EF1-BD35-6E607784229D}" type="sibTrans" cxnId="{E10D78D1-2382-4F61-A0EB-69E51A29B674}">
      <dgm:prSet/>
      <dgm:spPr/>
      <dgm:t>
        <a:bodyPr/>
        <a:lstStyle/>
        <a:p>
          <a:endParaRPr lang="en-US"/>
        </a:p>
      </dgm:t>
    </dgm:pt>
    <dgm:pt modelId="{E77B5397-38F2-4D59-98B5-9CBD20A7DF8B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Icon</a:t>
          </a:r>
        </a:p>
      </dgm:t>
    </dgm:pt>
    <dgm:pt modelId="{401D0685-5A4D-4231-8342-42728A075644}" type="parTrans" cxnId="{739D9005-A3DD-4DB6-813B-D4EE47A2F10A}">
      <dgm:prSet/>
      <dgm:spPr/>
      <dgm:t>
        <a:bodyPr/>
        <a:lstStyle/>
        <a:p>
          <a:endParaRPr lang="en-US"/>
        </a:p>
      </dgm:t>
    </dgm:pt>
    <dgm:pt modelId="{6C19DD2B-CC49-47C2-AF34-246E139032D2}" type="sibTrans" cxnId="{739D9005-A3DD-4DB6-813B-D4EE47A2F10A}">
      <dgm:prSet/>
      <dgm:spPr/>
      <dgm:t>
        <a:bodyPr/>
        <a:lstStyle/>
        <a:p>
          <a:endParaRPr lang="en-US"/>
        </a:p>
      </dgm:t>
    </dgm:pt>
    <dgm:pt modelId="{6B72AD0C-E42F-4863-8117-DA4826B0C3A5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Description</a:t>
          </a:r>
        </a:p>
      </dgm:t>
    </dgm:pt>
    <dgm:pt modelId="{7DC77707-D236-43E3-9FFA-F3380C060B3A}" type="parTrans" cxnId="{955CDC06-94C1-4AFA-9DC7-6F8D33FD7490}">
      <dgm:prSet/>
      <dgm:spPr/>
      <dgm:t>
        <a:bodyPr/>
        <a:lstStyle/>
        <a:p>
          <a:endParaRPr lang="en-US"/>
        </a:p>
      </dgm:t>
    </dgm:pt>
    <dgm:pt modelId="{92165ED5-04A9-4864-BA9E-83ECB193FA43}" type="sibTrans" cxnId="{955CDC06-94C1-4AFA-9DC7-6F8D33FD7490}">
      <dgm:prSet/>
      <dgm:spPr/>
      <dgm:t>
        <a:bodyPr/>
        <a:lstStyle/>
        <a:p>
          <a:endParaRPr lang="en-US"/>
        </a:p>
      </dgm:t>
    </dgm:pt>
    <dgm:pt modelId="{9D507BAB-9D0D-478B-8D0D-4BB55C0B7A63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Location</a:t>
          </a:r>
        </a:p>
      </dgm:t>
    </dgm:pt>
    <dgm:pt modelId="{B28DD796-8CF7-4090-8D20-535090B3DA81}" type="parTrans" cxnId="{CA212694-1BAA-49F2-A3AF-681CB0AE062C}">
      <dgm:prSet/>
      <dgm:spPr/>
      <dgm:t>
        <a:bodyPr/>
        <a:lstStyle/>
        <a:p>
          <a:endParaRPr lang="en-US"/>
        </a:p>
      </dgm:t>
    </dgm:pt>
    <dgm:pt modelId="{7BDC5860-1127-4D43-ABB1-9C7650E61D89}" type="sibTrans" cxnId="{CA212694-1BAA-49F2-A3AF-681CB0AE062C}">
      <dgm:prSet/>
      <dgm:spPr/>
      <dgm:t>
        <a:bodyPr/>
        <a:lstStyle/>
        <a:p>
          <a:endParaRPr lang="en-US"/>
        </a:p>
      </dgm:t>
    </dgm:pt>
    <dgm:pt modelId="{0BFF4586-8D18-46A5-8896-5048D3475571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Time</a:t>
          </a:r>
        </a:p>
      </dgm:t>
    </dgm:pt>
    <dgm:pt modelId="{2C3F6CA6-9FF7-4F73-84B7-75ED66E97A03}" type="parTrans" cxnId="{01ADD24A-BEC3-45BB-A3BA-FDDB6E9ADA08}">
      <dgm:prSet/>
      <dgm:spPr/>
      <dgm:t>
        <a:bodyPr/>
        <a:lstStyle/>
        <a:p>
          <a:endParaRPr lang="en-US"/>
        </a:p>
      </dgm:t>
    </dgm:pt>
    <dgm:pt modelId="{81FDA639-0ADB-4815-8E83-D77031CDE357}" type="sibTrans" cxnId="{01ADD24A-BEC3-45BB-A3BA-FDDB6E9ADA08}">
      <dgm:prSet/>
      <dgm:spPr/>
      <dgm:t>
        <a:bodyPr/>
        <a:lstStyle/>
        <a:p>
          <a:endParaRPr lang="en-US"/>
        </a:p>
      </dgm:t>
    </dgm:pt>
    <dgm:pt modelId="{CDC35A87-877A-46FC-A809-A39FC7F8E6C4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Creator</a:t>
          </a:r>
        </a:p>
      </dgm:t>
    </dgm:pt>
    <dgm:pt modelId="{E87ED3E5-B3B4-4B5B-B7EE-BD9C0E31D231}" type="parTrans" cxnId="{5A73B298-DAFE-4D37-AA7F-F8A42B348BFA}">
      <dgm:prSet/>
      <dgm:spPr/>
      <dgm:t>
        <a:bodyPr/>
        <a:lstStyle/>
        <a:p>
          <a:endParaRPr lang="en-US"/>
        </a:p>
      </dgm:t>
    </dgm:pt>
    <dgm:pt modelId="{AF5F8A9B-C3FC-4E7F-967C-9D328A6F2F83}" type="sibTrans" cxnId="{5A73B298-DAFE-4D37-AA7F-F8A42B348BFA}">
      <dgm:prSet/>
      <dgm:spPr/>
      <dgm:t>
        <a:bodyPr/>
        <a:lstStyle/>
        <a:p>
          <a:endParaRPr lang="en-US"/>
        </a:p>
      </dgm:t>
    </dgm:pt>
    <dgm:pt modelId="{BD5C0341-3039-46BD-90D3-8015380E1018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dirty="0"/>
            <a:t>Participants </a:t>
          </a:r>
        </a:p>
      </dgm:t>
    </dgm:pt>
    <dgm:pt modelId="{90569739-73A9-4E95-876F-6D41F632B2E8}" type="parTrans" cxnId="{815A5C92-253B-4CF1-BED6-4753F5159426}">
      <dgm:prSet/>
      <dgm:spPr/>
      <dgm:t>
        <a:bodyPr/>
        <a:lstStyle/>
        <a:p>
          <a:endParaRPr lang="en-US"/>
        </a:p>
      </dgm:t>
    </dgm:pt>
    <dgm:pt modelId="{D217AA99-AEC8-428B-87BF-28AE8BD1400E}" type="sibTrans" cxnId="{815A5C92-253B-4CF1-BED6-4753F5159426}">
      <dgm:prSet/>
      <dgm:spPr/>
      <dgm:t>
        <a:bodyPr/>
        <a:lstStyle/>
        <a:p>
          <a:endParaRPr lang="en-US"/>
        </a:p>
      </dgm:t>
    </dgm:pt>
    <dgm:pt modelId="{F890486D-DB39-4CE4-947C-1B7E1BE6B4B0}" type="pres">
      <dgm:prSet presAssocID="{107946DE-C2C4-4386-9EBA-E5161DA35262}" presName="theList" presStyleCnt="0">
        <dgm:presLayoutVars>
          <dgm:dir/>
          <dgm:animLvl val="lvl"/>
          <dgm:resizeHandles val="exact"/>
        </dgm:presLayoutVars>
      </dgm:prSet>
      <dgm:spPr/>
    </dgm:pt>
    <dgm:pt modelId="{B62939E9-7D16-4555-B2B0-D45699B64E8A}" type="pres">
      <dgm:prSet presAssocID="{7EA573AF-2EA6-45B3-AB91-9834AA7F1B8C}" presName="compNode" presStyleCnt="0"/>
      <dgm:spPr/>
    </dgm:pt>
    <dgm:pt modelId="{3A42FCC7-1D23-4DB5-8337-22EC5D1C587D}" type="pres">
      <dgm:prSet presAssocID="{7EA573AF-2EA6-45B3-AB91-9834AA7F1B8C}" presName="aNode" presStyleLbl="bgShp" presStyleIdx="0" presStyleCnt="2"/>
      <dgm:spPr/>
    </dgm:pt>
    <dgm:pt modelId="{CD1B4912-CBC1-42FB-ABFA-0B64F2D752B0}" type="pres">
      <dgm:prSet presAssocID="{7EA573AF-2EA6-45B3-AB91-9834AA7F1B8C}" presName="textNode" presStyleLbl="bgShp" presStyleIdx="0" presStyleCnt="2"/>
      <dgm:spPr/>
    </dgm:pt>
    <dgm:pt modelId="{A6398D85-7592-400B-B8C4-E0FB95BA55AC}" type="pres">
      <dgm:prSet presAssocID="{7EA573AF-2EA6-45B3-AB91-9834AA7F1B8C}" presName="compChildNode" presStyleCnt="0"/>
      <dgm:spPr/>
    </dgm:pt>
    <dgm:pt modelId="{57DB94B5-B1F6-4CA8-93F0-C980BE38E946}" type="pres">
      <dgm:prSet presAssocID="{7EA573AF-2EA6-45B3-AB91-9834AA7F1B8C}" presName="theInnerList" presStyleCnt="0"/>
      <dgm:spPr/>
    </dgm:pt>
    <dgm:pt modelId="{1F555D24-2B4C-44FC-B79D-9D1260D42C26}" type="pres">
      <dgm:prSet presAssocID="{634AB82D-E6CF-42C8-9693-96DB7E02D80C}" presName="childNode" presStyleLbl="node1" presStyleIdx="0" presStyleCnt="13" custLinFactNeighborY="160">
        <dgm:presLayoutVars>
          <dgm:bulletEnabled val="1"/>
        </dgm:presLayoutVars>
      </dgm:prSet>
      <dgm:spPr/>
    </dgm:pt>
    <dgm:pt modelId="{A91099EC-C34E-4CD7-B69F-0D5DF6E852A5}" type="pres">
      <dgm:prSet presAssocID="{634AB82D-E6CF-42C8-9693-96DB7E02D80C}" presName="aSpace2" presStyleCnt="0"/>
      <dgm:spPr/>
    </dgm:pt>
    <dgm:pt modelId="{404CD83B-AC74-4FA1-9E71-793D57710D4F}" type="pres">
      <dgm:prSet presAssocID="{FA44A270-FCFA-49D3-99B2-F5901185F784}" presName="childNode" presStyleLbl="node1" presStyleIdx="1" presStyleCnt="13" custLinFactNeighborY="160">
        <dgm:presLayoutVars>
          <dgm:bulletEnabled val="1"/>
        </dgm:presLayoutVars>
      </dgm:prSet>
      <dgm:spPr/>
    </dgm:pt>
    <dgm:pt modelId="{3E1AEB30-9D42-440C-9897-6D7C59F8C724}" type="pres">
      <dgm:prSet presAssocID="{FA44A270-FCFA-49D3-99B2-F5901185F784}" presName="aSpace2" presStyleCnt="0"/>
      <dgm:spPr/>
    </dgm:pt>
    <dgm:pt modelId="{ACA7AC36-323C-42E1-9818-91C941AEA04B}" type="pres">
      <dgm:prSet presAssocID="{E77B5397-38F2-4D59-98B5-9CBD20A7DF8B}" presName="childNode" presStyleLbl="node1" presStyleIdx="2" presStyleCnt="13" custLinFactNeighborY="-49886">
        <dgm:presLayoutVars>
          <dgm:bulletEnabled val="1"/>
        </dgm:presLayoutVars>
      </dgm:prSet>
      <dgm:spPr/>
    </dgm:pt>
    <dgm:pt modelId="{C3C48AB7-5354-4DD4-8195-A92D37F08B31}" type="pres">
      <dgm:prSet presAssocID="{E77B5397-38F2-4D59-98B5-9CBD20A7DF8B}" presName="aSpace2" presStyleCnt="0"/>
      <dgm:spPr/>
    </dgm:pt>
    <dgm:pt modelId="{F7F417A3-0986-4A3C-9D86-990355455BC5}" type="pres">
      <dgm:prSet presAssocID="{03CC2CE4-C1A6-47A8-8556-BC6DA11E3D48}" presName="childNode" presStyleLbl="node1" presStyleIdx="3" presStyleCnt="13" custLinFactNeighborY="-49886">
        <dgm:presLayoutVars>
          <dgm:bulletEnabled val="1"/>
        </dgm:presLayoutVars>
      </dgm:prSet>
      <dgm:spPr/>
    </dgm:pt>
    <dgm:pt modelId="{9A8486A3-F785-44F9-87C0-80A32D823B5C}" type="pres">
      <dgm:prSet presAssocID="{03CC2CE4-C1A6-47A8-8556-BC6DA11E3D48}" presName="aSpace2" presStyleCnt="0"/>
      <dgm:spPr/>
    </dgm:pt>
    <dgm:pt modelId="{61DB0AD6-5CCF-47C9-8A30-B47139B21DCF}" type="pres">
      <dgm:prSet presAssocID="{AB094CA3-B739-4057-A9F5-51508AD51270}" presName="childNode" presStyleLbl="node1" presStyleIdx="4" presStyleCnt="13" custLinFactNeighborY="-49886">
        <dgm:presLayoutVars>
          <dgm:bulletEnabled val="1"/>
        </dgm:presLayoutVars>
      </dgm:prSet>
      <dgm:spPr/>
    </dgm:pt>
    <dgm:pt modelId="{4C2A5169-43F0-479D-975A-302273F45DCF}" type="pres">
      <dgm:prSet presAssocID="{AB094CA3-B739-4057-A9F5-51508AD51270}" presName="aSpace2" presStyleCnt="0"/>
      <dgm:spPr/>
    </dgm:pt>
    <dgm:pt modelId="{95C3CD60-612A-445C-8945-1A90DEA5FB2D}" type="pres">
      <dgm:prSet presAssocID="{724DB452-7D06-4978-8BE8-FE2DAF726C46}" presName="childNode" presStyleLbl="node1" presStyleIdx="5" presStyleCnt="13" custLinFactNeighborY="-49886">
        <dgm:presLayoutVars>
          <dgm:bulletEnabled val="1"/>
        </dgm:presLayoutVars>
      </dgm:prSet>
      <dgm:spPr/>
    </dgm:pt>
    <dgm:pt modelId="{3AE495EC-79A0-488A-8A6B-E958690B1EE0}" type="pres">
      <dgm:prSet presAssocID="{7EA573AF-2EA6-45B3-AB91-9834AA7F1B8C}" presName="aSpace" presStyleCnt="0"/>
      <dgm:spPr/>
    </dgm:pt>
    <dgm:pt modelId="{C38D7398-AADC-4B45-9031-4CB1AAA032BF}" type="pres">
      <dgm:prSet presAssocID="{4DF28202-644C-43F4-9CF3-B9B2C4E83E68}" presName="compNode" presStyleCnt="0"/>
      <dgm:spPr/>
    </dgm:pt>
    <dgm:pt modelId="{E5E57B1A-C299-4727-8300-37CCB54B376C}" type="pres">
      <dgm:prSet presAssocID="{4DF28202-644C-43F4-9CF3-B9B2C4E83E68}" presName="aNode" presStyleLbl="bgShp" presStyleIdx="1" presStyleCnt="2"/>
      <dgm:spPr/>
    </dgm:pt>
    <dgm:pt modelId="{C5AAABD9-6568-4599-8FC1-98663CF05525}" type="pres">
      <dgm:prSet presAssocID="{4DF28202-644C-43F4-9CF3-B9B2C4E83E68}" presName="textNode" presStyleLbl="bgShp" presStyleIdx="1" presStyleCnt="2"/>
      <dgm:spPr/>
    </dgm:pt>
    <dgm:pt modelId="{02389244-64AB-46D9-9724-91BC9F5B4DE5}" type="pres">
      <dgm:prSet presAssocID="{4DF28202-644C-43F4-9CF3-B9B2C4E83E68}" presName="compChildNode" presStyleCnt="0"/>
      <dgm:spPr/>
    </dgm:pt>
    <dgm:pt modelId="{59901F42-D085-4C43-9215-8BEBB1F92141}" type="pres">
      <dgm:prSet presAssocID="{4DF28202-644C-43F4-9CF3-B9B2C4E83E68}" presName="theInnerList" presStyleCnt="0"/>
      <dgm:spPr/>
    </dgm:pt>
    <dgm:pt modelId="{4D4DAFA4-C90B-466E-868F-E1AA5D67BB5B}" type="pres">
      <dgm:prSet presAssocID="{426183AA-488C-4433-AA71-797B9CA84EC1}" presName="childNode" presStyleLbl="node1" presStyleIdx="6" presStyleCnt="13" custLinFactNeighborY="-58490">
        <dgm:presLayoutVars>
          <dgm:bulletEnabled val="1"/>
        </dgm:presLayoutVars>
      </dgm:prSet>
      <dgm:spPr/>
    </dgm:pt>
    <dgm:pt modelId="{4B1AFBEB-4BE1-4042-A42A-D66304C817A7}" type="pres">
      <dgm:prSet presAssocID="{426183AA-488C-4433-AA71-797B9CA84EC1}" presName="aSpace2" presStyleCnt="0"/>
      <dgm:spPr/>
    </dgm:pt>
    <dgm:pt modelId="{6EE5D20F-7DA9-46EF-B6BE-34E52C5287EC}" type="pres">
      <dgm:prSet presAssocID="{6B72AD0C-E42F-4863-8117-DA4826B0C3A5}" presName="childNode" presStyleLbl="node1" presStyleIdx="7" presStyleCnt="13" custLinFactNeighborY="-58490">
        <dgm:presLayoutVars>
          <dgm:bulletEnabled val="1"/>
        </dgm:presLayoutVars>
      </dgm:prSet>
      <dgm:spPr/>
    </dgm:pt>
    <dgm:pt modelId="{AE5827AB-61BB-455E-877E-68EB196C322A}" type="pres">
      <dgm:prSet presAssocID="{6B72AD0C-E42F-4863-8117-DA4826B0C3A5}" presName="aSpace2" presStyleCnt="0"/>
      <dgm:spPr/>
    </dgm:pt>
    <dgm:pt modelId="{50F8A9DA-AD41-4575-9957-564B090962DE}" type="pres">
      <dgm:prSet presAssocID="{9D507BAB-9D0D-478B-8D0D-4BB55C0B7A63}" presName="childNode" presStyleLbl="node1" presStyleIdx="8" presStyleCnt="13" custLinFactNeighborY="-58490">
        <dgm:presLayoutVars>
          <dgm:bulletEnabled val="1"/>
        </dgm:presLayoutVars>
      </dgm:prSet>
      <dgm:spPr/>
    </dgm:pt>
    <dgm:pt modelId="{FD276D3A-487E-4E9C-968A-EBCD81570D79}" type="pres">
      <dgm:prSet presAssocID="{9D507BAB-9D0D-478B-8D0D-4BB55C0B7A63}" presName="aSpace2" presStyleCnt="0"/>
      <dgm:spPr/>
    </dgm:pt>
    <dgm:pt modelId="{00032B8A-B2B5-4A57-AB25-5E5DD88CFD83}" type="pres">
      <dgm:prSet presAssocID="{0BFF4586-8D18-46A5-8896-5048D3475571}" presName="childNode" presStyleLbl="node1" presStyleIdx="9" presStyleCnt="13" custLinFactNeighborY="-58490">
        <dgm:presLayoutVars>
          <dgm:bulletEnabled val="1"/>
        </dgm:presLayoutVars>
      </dgm:prSet>
      <dgm:spPr/>
    </dgm:pt>
    <dgm:pt modelId="{DAB28D56-9F82-42B9-8D18-12D415CDFFEE}" type="pres">
      <dgm:prSet presAssocID="{0BFF4586-8D18-46A5-8896-5048D3475571}" presName="aSpace2" presStyleCnt="0"/>
      <dgm:spPr/>
    </dgm:pt>
    <dgm:pt modelId="{051F8A55-70B1-497F-A7B8-88104897E8DC}" type="pres">
      <dgm:prSet presAssocID="{CDC35A87-877A-46FC-A809-A39FC7F8E6C4}" presName="childNode" presStyleLbl="node1" presStyleIdx="10" presStyleCnt="13" custLinFactNeighborY="-58490">
        <dgm:presLayoutVars>
          <dgm:bulletEnabled val="1"/>
        </dgm:presLayoutVars>
      </dgm:prSet>
      <dgm:spPr/>
    </dgm:pt>
    <dgm:pt modelId="{653FF277-76F3-40F8-8FDA-056E5D5F4725}" type="pres">
      <dgm:prSet presAssocID="{CDC35A87-877A-46FC-A809-A39FC7F8E6C4}" presName="aSpace2" presStyleCnt="0"/>
      <dgm:spPr/>
    </dgm:pt>
    <dgm:pt modelId="{356083D3-C4BD-4C8E-AEAE-BCC4479C3D08}" type="pres">
      <dgm:prSet presAssocID="{BD5C0341-3039-46BD-90D3-8015380E1018}" presName="childNode" presStyleLbl="node1" presStyleIdx="11" presStyleCnt="13">
        <dgm:presLayoutVars>
          <dgm:bulletEnabled val="1"/>
        </dgm:presLayoutVars>
      </dgm:prSet>
      <dgm:spPr/>
    </dgm:pt>
    <dgm:pt modelId="{7675C0F4-5C1D-457E-8D62-7C9FF27C97E2}" type="pres">
      <dgm:prSet presAssocID="{BD5C0341-3039-46BD-90D3-8015380E1018}" presName="aSpace2" presStyleCnt="0"/>
      <dgm:spPr/>
    </dgm:pt>
    <dgm:pt modelId="{221BABF8-E06C-409C-ACF6-596E0A3EF6EF}" type="pres">
      <dgm:prSet presAssocID="{618717AC-5AA6-49C8-B57F-0E394FE7C03D}" presName="childNode" presStyleLbl="node1" presStyleIdx="12" presStyleCnt="13">
        <dgm:presLayoutVars>
          <dgm:bulletEnabled val="1"/>
        </dgm:presLayoutVars>
      </dgm:prSet>
      <dgm:spPr/>
    </dgm:pt>
  </dgm:ptLst>
  <dgm:cxnLst>
    <dgm:cxn modelId="{739D9005-A3DD-4DB6-813B-D4EE47A2F10A}" srcId="{7EA573AF-2EA6-45B3-AB91-9834AA7F1B8C}" destId="{E77B5397-38F2-4D59-98B5-9CBD20A7DF8B}" srcOrd="2" destOrd="0" parTransId="{401D0685-5A4D-4231-8342-42728A075644}" sibTransId="{6C19DD2B-CC49-47C2-AF34-246E139032D2}"/>
    <dgm:cxn modelId="{955CDC06-94C1-4AFA-9DC7-6F8D33FD7490}" srcId="{4DF28202-644C-43F4-9CF3-B9B2C4E83E68}" destId="{6B72AD0C-E42F-4863-8117-DA4826B0C3A5}" srcOrd="1" destOrd="0" parTransId="{7DC77707-D236-43E3-9FFA-F3380C060B3A}" sibTransId="{92165ED5-04A9-4864-BA9E-83ECB193FA43}"/>
    <dgm:cxn modelId="{B386390A-B128-4CB0-83E3-A01325455089}" type="presOf" srcId="{107946DE-C2C4-4386-9EBA-E5161DA35262}" destId="{F890486D-DB39-4CE4-947C-1B7E1BE6B4B0}" srcOrd="0" destOrd="0" presId="urn:microsoft.com/office/officeart/2005/8/layout/lProcess2"/>
    <dgm:cxn modelId="{06E5230E-F71C-4E50-BD40-B53D96E1BAF6}" type="presOf" srcId="{03CC2CE4-C1A6-47A8-8556-BC6DA11E3D48}" destId="{F7F417A3-0986-4A3C-9D86-990355455BC5}" srcOrd="0" destOrd="0" presId="urn:microsoft.com/office/officeart/2005/8/layout/lProcess2"/>
    <dgm:cxn modelId="{AB2CC519-BB0D-44B4-81FD-7767F953726F}" type="presOf" srcId="{618717AC-5AA6-49C8-B57F-0E394FE7C03D}" destId="{221BABF8-E06C-409C-ACF6-596E0A3EF6EF}" srcOrd="0" destOrd="0" presId="urn:microsoft.com/office/officeart/2005/8/layout/lProcess2"/>
    <dgm:cxn modelId="{EDCF1F2D-9E41-418B-A436-11BD2E612531}" type="presOf" srcId="{CDC35A87-877A-46FC-A809-A39FC7F8E6C4}" destId="{051F8A55-70B1-497F-A7B8-88104897E8DC}" srcOrd="0" destOrd="0" presId="urn:microsoft.com/office/officeart/2005/8/layout/lProcess2"/>
    <dgm:cxn modelId="{7B5B7F2F-B321-48EC-9C35-4A1D9C1AC1B1}" type="presOf" srcId="{4DF28202-644C-43F4-9CF3-B9B2C4E83E68}" destId="{E5E57B1A-C299-4727-8300-37CCB54B376C}" srcOrd="0" destOrd="0" presId="urn:microsoft.com/office/officeart/2005/8/layout/lProcess2"/>
    <dgm:cxn modelId="{4786823F-B953-4DF0-8CD8-1374B21BF4FB}" srcId="{107946DE-C2C4-4386-9EBA-E5161DA35262}" destId="{7EA573AF-2EA6-45B3-AB91-9834AA7F1B8C}" srcOrd="0" destOrd="0" parTransId="{E181BC30-605F-405F-8070-EC8A19FD5A8B}" sibTransId="{AE56B8F1-12D2-47B4-B2F2-FC7494CCAFD0}"/>
    <dgm:cxn modelId="{0F17B762-E10D-4E54-84C4-7B1C258B20D8}" type="presOf" srcId="{426183AA-488C-4433-AA71-797B9CA84EC1}" destId="{4D4DAFA4-C90B-466E-868F-E1AA5D67BB5B}" srcOrd="0" destOrd="0" presId="urn:microsoft.com/office/officeart/2005/8/layout/lProcess2"/>
    <dgm:cxn modelId="{D5FECE49-8B3B-4304-B7E0-D19E0FA9623D}" srcId="{7EA573AF-2EA6-45B3-AB91-9834AA7F1B8C}" destId="{724DB452-7D06-4978-8BE8-FE2DAF726C46}" srcOrd="5" destOrd="0" parTransId="{C1BB5C3F-1D83-4435-A5E9-F61CD303C362}" sibTransId="{791FEA6A-12CD-44E5-AF67-391FC1678671}"/>
    <dgm:cxn modelId="{01ADD24A-BEC3-45BB-A3BA-FDDB6E9ADA08}" srcId="{4DF28202-644C-43F4-9CF3-B9B2C4E83E68}" destId="{0BFF4586-8D18-46A5-8896-5048D3475571}" srcOrd="3" destOrd="0" parTransId="{2C3F6CA6-9FF7-4F73-84B7-75ED66E97A03}" sibTransId="{81FDA639-0ADB-4815-8E83-D77031CDE357}"/>
    <dgm:cxn modelId="{713BD54B-9B21-4B56-86EC-4EF992E2047E}" srcId="{7EA573AF-2EA6-45B3-AB91-9834AA7F1B8C}" destId="{AB094CA3-B739-4057-A9F5-51508AD51270}" srcOrd="4" destOrd="0" parTransId="{6372575E-FBBC-49C5-8A07-98A6ECD75B32}" sibTransId="{77BD0295-4561-4A71-9404-271804FFF13E}"/>
    <dgm:cxn modelId="{DE8B2750-FF02-4467-BB09-067D6B6320A6}" srcId="{7EA573AF-2EA6-45B3-AB91-9834AA7F1B8C}" destId="{634AB82D-E6CF-42C8-9693-96DB7E02D80C}" srcOrd="0" destOrd="0" parTransId="{BE20C511-E695-4E6B-8336-5A3A5836E5DA}" sibTransId="{4540DF5E-6003-48B8-8B9D-CA6FF123901D}"/>
    <dgm:cxn modelId="{F2FCB97B-8CAA-4443-AC99-677582D9392C}" type="presOf" srcId="{0BFF4586-8D18-46A5-8896-5048D3475571}" destId="{00032B8A-B2B5-4A57-AB25-5E5DD88CFD83}" srcOrd="0" destOrd="0" presId="urn:microsoft.com/office/officeart/2005/8/layout/lProcess2"/>
    <dgm:cxn modelId="{08370C84-70D1-44BF-A2AC-9C7A344C22BF}" type="presOf" srcId="{6B72AD0C-E42F-4863-8117-DA4826B0C3A5}" destId="{6EE5D20F-7DA9-46EF-B6BE-34E52C5287EC}" srcOrd="0" destOrd="0" presId="urn:microsoft.com/office/officeart/2005/8/layout/lProcess2"/>
    <dgm:cxn modelId="{F6A46E8A-76F0-4495-9538-3A0A973B3068}" srcId="{4DF28202-644C-43F4-9CF3-B9B2C4E83E68}" destId="{618717AC-5AA6-49C8-B57F-0E394FE7C03D}" srcOrd="6" destOrd="0" parTransId="{355E6289-9999-4FE7-9105-1EDA32D08A06}" sibTransId="{9A0374BF-CD7C-41EB-9754-B8188FD94B75}"/>
    <dgm:cxn modelId="{815A5C92-253B-4CF1-BED6-4753F5159426}" srcId="{4DF28202-644C-43F4-9CF3-B9B2C4E83E68}" destId="{BD5C0341-3039-46BD-90D3-8015380E1018}" srcOrd="5" destOrd="0" parTransId="{90569739-73A9-4E95-876F-6D41F632B2E8}" sibTransId="{D217AA99-AEC8-428B-87BF-28AE8BD1400E}"/>
    <dgm:cxn modelId="{4BA17D92-EBC3-47F2-9711-05F8D81DB8E4}" type="presOf" srcId="{AB094CA3-B739-4057-A9F5-51508AD51270}" destId="{61DB0AD6-5CCF-47C9-8A30-B47139B21DCF}" srcOrd="0" destOrd="0" presId="urn:microsoft.com/office/officeart/2005/8/layout/lProcess2"/>
    <dgm:cxn modelId="{CA212694-1BAA-49F2-A3AF-681CB0AE062C}" srcId="{4DF28202-644C-43F4-9CF3-B9B2C4E83E68}" destId="{9D507BAB-9D0D-478B-8D0D-4BB55C0B7A63}" srcOrd="2" destOrd="0" parTransId="{B28DD796-8CF7-4090-8D20-535090B3DA81}" sibTransId="{7BDC5860-1127-4D43-ABB1-9C7650E61D89}"/>
    <dgm:cxn modelId="{5A73B298-DAFE-4D37-AA7F-F8A42B348BFA}" srcId="{4DF28202-644C-43F4-9CF3-B9B2C4E83E68}" destId="{CDC35A87-877A-46FC-A809-A39FC7F8E6C4}" srcOrd="4" destOrd="0" parTransId="{E87ED3E5-B3B4-4B5B-B7EE-BD9C0E31D231}" sibTransId="{AF5F8A9B-C3FC-4E7F-967C-9D328A6F2F83}"/>
    <dgm:cxn modelId="{42C835A5-4605-449C-A93D-611C65EEE088}" srcId="{7EA573AF-2EA6-45B3-AB91-9834AA7F1B8C}" destId="{03CC2CE4-C1A6-47A8-8556-BC6DA11E3D48}" srcOrd="3" destOrd="0" parTransId="{8873EA3E-6872-4BD7-899A-64FFC610BA13}" sibTransId="{C77EE667-4DC4-41FA-BF17-A2456E5D7485}"/>
    <dgm:cxn modelId="{A1D310A9-1916-4835-B609-2DDB954A8528}" type="presOf" srcId="{7EA573AF-2EA6-45B3-AB91-9834AA7F1B8C}" destId="{3A42FCC7-1D23-4DB5-8337-22EC5D1C587D}" srcOrd="0" destOrd="0" presId="urn:microsoft.com/office/officeart/2005/8/layout/lProcess2"/>
    <dgm:cxn modelId="{DCB117C1-9715-48AC-A64C-60BFEB3CE58B}" type="presOf" srcId="{9D507BAB-9D0D-478B-8D0D-4BB55C0B7A63}" destId="{50F8A9DA-AD41-4575-9957-564B090962DE}" srcOrd="0" destOrd="0" presId="urn:microsoft.com/office/officeart/2005/8/layout/lProcess2"/>
    <dgm:cxn modelId="{FBA127C4-E789-46AF-89B2-7DAFF876EA4B}" type="presOf" srcId="{E77B5397-38F2-4D59-98B5-9CBD20A7DF8B}" destId="{ACA7AC36-323C-42E1-9818-91C941AEA04B}" srcOrd="0" destOrd="0" presId="urn:microsoft.com/office/officeart/2005/8/layout/lProcess2"/>
    <dgm:cxn modelId="{9038F4C7-9F4E-42FD-8DDE-39D36D4A5A26}" srcId="{107946DE-C2C4-4386-9EBA-E5161DA35262}" destId="{4DF28202-644C-43F4-9CF3-B9B2C4E83E68}" srcOrd="1" destOrd="0" parTransId="{A48BFC43-3CF6-46F6-A8F4-2353778EE5EF}" sibTransId="{AFCC5E64-A0A0-4198-8944-B641477C6FE3}"/>
    <dgm:cxn modelId="{59FD09CE-9984-4009-B95E-7C89C36C20EA}" type="presOf" srcId="{FA44A270-FCFA-49D3-99B2-F5901185F784}" destId="{404CD83B-AC74-4FA1-9E71-793D57710D4F}" srcOrd="0" destOrd="0" presId="urn:microsoft.com/office/officeart/2005/8/layout/lProcess2"/>
    <dgm:cxn modelId="{E10D78D1-2382-4F61-A0EB-69E51A29B674}" srcId="{7EA573AF-2EA6-45B3-AB91-9834AA7F1B8C}" destId="{FA44A270-FCFA-49D3-99B2-F5901185F784}" srcOrd="1" destOrd="0" parTransId="{C7133854-6B1C-41F6-BE71-D3AEA50FFC41}" sibTransId="{3D523946-F6CF-4EF1-BD35-6E607784229D}"/>
    <dgm:cxn modelId="{279BDAD2-F9B2-41E4-BEE4-FAE8C69E4DBA}" type="presOf" srcId="{7EA573AF-2EA6-45B3-AB91-9834AA7F1B8C}" destId="{CD1B4912-CBC1-42FB-ABFA-0B64F2D752B0}" srcOrd="1" destOrd="0" presId="urn:microsoft.com/office/officeart/2005/8/layout/lProcess2"/>
    <dgm:cxn modelId="{36A3D9D5-C1DD-4474-8BC9-9977D6E39B52}" type="presOf" srcId="{724DB452-7D06-4978-8BE8-FE2DAF726C46}" destId="{95C3CD60-612A-445C-8945-1A90DEA5FB2D}" srcOrd="0" destOrd="0" presId="urn:microsoft.com/office/officeart/2005/8/layout/lProcess2"/>
    <dgm:cxn modelId="{A203B8DB-317F-49FF-8317-D73BF54FD0B4}" type="presOf" srcId="{4DF28202-644C-43F4-9CF3-B9B2C4E83E68}" destId="{C5AAABD9-6568-4599-8FC1-98663CF05525}" srcOrd="1" destOrd="0" presId="urn:microsoft.com/office/officeart/2005/8/layout/lProcess2"/>
    <dgm:cxn modelId="{5A4565E0-92FF-4C01-BA36-60F56428FA3E}" type="presOf" srcId="{634AB82D-E6CF-42C8-9693-96DB7E02D80C}" destId="{1F555D24-2B4C-44FC-B79D-9D1260D42C26}" srcOrd="0" destOrd="0" presId="urn:microsoft.com/office/officeart/2005/8/layout/lProcess2"/>
    <dgm:cxn modelId="{1047A8FA-2010-4E95-A1DE-C760C59B700B}" srcId="{4DF28202-644C-43F4-9CF3-B9B2C4E83E68}" destId="{426183AA-488C-4433-AA71-797B9CA84EC1}" srcOrd="0" destOrd="0" parTransId="{A83DFA51-C255-4FED-B33B-4F297966D0E4}" sibTransId="{CEFCF58F-448D-45BC-87B1-C602EF86B20A}"/>
    <dgm:cxn modelId="{ECC0C6FE-8DB2-41D1-A791-C9CCE0224F32}" type="presOf" srcId="{BD5C0341-3039-46BD-90D3-8015380E1018}" destId="{356083D3-C4BD-4C8E-AEAE-BCC4479C3D08}" srcOrd="0" destOrd="0" presId="urn:microsoft.com/office/officeart/2005/8/layout/lProcess2"/>
    <dgm:cxn modelId="{365BAA41-A2C7-40A4-A55F-7F56E6D7228E}" type="presParOf" srcId="{F890486D-DB39-4CE4-947C-1B7E1BE6B4B0}" destId="{B62939E9-7D16-4555-B2B0-D45699B64E8A}" srcOrd="0" destOrd="0" presId="urn:microsoft.com/office/officeart/2005/8/layout/lProcess2"/>
    <dgm:cxn modelId="{AA1DE8B8-1E36-4C46-B691-C9FD7DB29802}" type="presParOf" srcId="{B62939E9-7D16-4555-B2B0-D45699B64E8A}" destId="{3A42FCC7-1D23-4DB5-8337-22EC5D1C587D}" srcOrd="0" destOrd="0" presId="urn:microsoft.com/office/officeart/2005/8/layout/lProcess2"/>
    <dgm:cxn modelId="{E1076AA9-0094-45C7-8D4F-636B553DF8D9}" type="presParOf" srcId="{B62939E9-7D16-4555-B2B0-D45699B64E8A}" destId="{CD1B4912-CBC1-42FB-ABFA-0B64F2D752B0}" srcOrd="1" destOrd="0" presId="urn:microsoft.com/office/officeart/2005/8/layout/lProcess2"/>
    <dgm:cxn modelId="{E698A9B6-73A8-4303-8862-E71101BB7B53}" type="presParOf" srcId="{B62939E9-7D16-4555-B2B0-D45699B64E8A}" destId="{A6398D85-7592-400B-B8C4-E0FB95BA55AC}" srcOrd="2" destOrd="0" presId="urn:microsoft.com/office/officeart/2005/8/layout/lProcess2"/>
    <dgm:cxn modelId="{7BB71EFE-E414-4B71-9A00-6A83A53BCEEE}" type="presParOf" srcId="{A6398D85-7592-400B-B8C4-E0FB95BA55AC}" destId="{57DB94B5-B1F6-4CA8-93F0-C980BE38E946}" srcOrd="0" destOrd="0" presId="urn:microsoft.com/office/officeart/2005/8/layout/lProcess2"/>
    <dgm:cxn modelId="{CCF98C9B-EF6A-42D4-AD66-136911A10A38}" type="presParOf" srcId="{57DB94B5-B1F6-4CA8-93F0-C980BE38E946}" destId="{1F555D24-2B4C-44FC-B79D-9D1260D42C26}" srcOrd="0" destOrd="0" presId="urn:microsoft.com/office/officeart/2005/8/layout/lProcess2"/>
    <dgm:cxn modelId="{49F4BE09-5EE2-479D-B830-B83C23481E8D}" type="presParOf" srcId="{57DB94B5-B1F6-4CA8-93F0-C980BE38E946}" destId="{A91099EC-C34E-4CD7-B69F-0D5DF6E852A5}" srcOrd="1" destOrd="0" presId="urn:microsoft.com/office/officeart/2005/8/layout/lProcess2"/>
    <dgm:cxn modelId="{C1969F16-FE78-4E6B-8E49-53637B0180BF}" type="presParOf" srcId="{57DB94B5-B1F6-4CA8-93F0-C980BE38E946}" destId="{404CD83B-AC74-4FA1-9E71-793D57710D4F}" srcOrd="2" destOrd="0" presId="urn:microsoft.com/office/officeart/2005/8/layout/lProcess2"/>
    <dgm:cxn modelId="{D00AC607-ADF8-4FF9-9788-741E916B692D}" type="presParOf" srcId="{57DB94B5-B1F6-4CA8-93F0-C980BE38E946}" destId="{3E1AEB30-9D42-440C-9897-6D7C59F8C724}" srcOrd="3" destOrd="0" presId="urn:microsoft.com/office/officeart/2005/8/layout/lProcess2"/>
    <dgm:cxn modelId="{66B65F21-BD45-494B-A17F-AAD0A819960A}" type="presParOf" srcId="{57DB94B5-B1F6-4CA8-93F0-C980BE38E946}" destId="{ACA7AC36-323C-42E1-9818-91C941AEA04B}" srcOrd="4" destOrd="0" presId="urn:microsoft.com/office/officeart/2005/8/layout/lProcess2"/>
    <dgm:cxn modelId="{73BF7D12-1C64-4FDD-96D7-31E3A4179FEB}" type="presParOf" srcId="{57DB94B5-B1F6-4CA8-93F0-C980BE38E946}" destId="{C3C48AB7-5354-4DD4-8195-A92D37F08B31}" srcOrd="5" destOrd="0" presId="urn:microsoft.com/office/officeart/2005/8/layout/lProcess2"/>
    <dgm:cxn modelId="{8EAD63EA-FC7D-4D63-A50F-142C3873E96F}" type="presParOf" srcId="{57DB94B5-B1F6-4CA8-93F0-C980BE38E946}" destId="{F7F417A3-0986-4A3C-9D86-990355455BC5}" srcOrd="6" destOrd="0" presId="urn:microsoft.com/office/officeart/2005/8/layout/lProcess2"/>
    <dgm:cxn modelId="{773878F8-2255-4EE1-8039-C09E58FC5C59}" type="presParOf" srcId="{57DB94B5-B1F6-4CA8-93F0-C980BE38E946}" destId="{9A8486A3-F785-44F9-87C0-80A32D823B5C}" srcOrd="7" destOrd="0" presId="urn:microsoft.com/office/officeart/2005/8/layout/lProcess2"/>
    <dgm:cxn modelId="{15618A22-DEFB-483E-BF9A-7C7F9DE6BE4A}" type="presParOf" srcId="{57DB94B5-B1F6-4CA8-93F0-C980BE38E946}" destId="{61DB0AD6-5CCF-47C9-8A30-B47139B21DCF}" srcOrd="8" destOrd="0" presId="urn:microsoft.com/office/officeart/2005/8/layout/lProcess2"/>
    <dgm:cxn modelId="{7D370DEA-DD5B-4C32-9E2D-D363EE15CEC9}" type="presParOf" srcId="{57DB94B5-B1F6-4CA8-93F0-C980BE38E946}" destId="{4C2A5169-43F0-479D-975A-302273F45DCF}" srcOrd="9" destOrd="0" presId="urn:microsoft.com/office/officeart/2005/8/layout/lProcess2"/>
    <dgm:cxn modelId="{C7EE047F-4DD6-4F9A-B734-D7E5C86C4577}" type="presParOf" srcId="{57DB94B5-B1F6-4CA8-93F0-C980BE38E946}" destId="{95C3CD60-612A-445C-8945-1A90DEA5FB2D}" srcOrd="10" destOrd="0" presId="urn:microsoft.com/office/officeart/2005/8/layout/lProcess2"/>
    <dgm:cxn modelId="{765B01A8-A8FE-4A33-8E34-9991EC648E6E}" type="presParOf" srcId="{F890486D-DB39-4CE4-947C-1B7E1BE6B4B0}" destId="{3AE495EC-79A0-488A-8A6B-E958690B1EE0}" srcOrd="1" destOrd="0" presId="urn:microsoft.com/office/officeart/2005/8/layout/lProcess2"/>
    <dgm:cxn modelId="{7E4CB314-7C7E-4909-8FAE-8D3D6E40ADCF}" type="presParOf" srcId="{F890486D-DB39-4CE4-947C-1B7E1BE6B4B0}" destId="{C38D7398-AADC-4B45-9031-4CB1AAA032BF}" srcOrd="2" destOrd="0" presId="urn:microsoft.com/office/officeart/2005/8/layout/lProcess2"/>
    <dgm:cxn modelId="{64F5BCA7-01CD-476A-84A9-CE6208CC2402}" type="presParOf" srcId="{C38D7398-AADC-4B45-9031-4CB1AAA032BF}" destId="{E5E57B1A-C299-4727-8300-37CCB54B376C}" srcOrd="0" destOrd="0" presId="urn:microsoft.com/office/officeart/2005/8/layout/lProcess2"/>
    <dgm:cxn modelId="{FE80FDCC-CA3D-4262-BD6D-A3EA1D8F77F3}" type="presParOf" srcId="{C38D7398-AADC-4B45-9031-4CB1AAA032BF}" destId="{C5AAABD9-6568-4599-8FC1-98663CF05525}" srcOrd="1" destOrd="0" presId="urn:microsoft.com/office/officeart/2005/8/layout/lProcess2"/>
    <dgm:cxn modelId="{CB3EA1EA-959F-4A61-BF06-8F1DF0E14177}" type="presParOf" srcId="{C38D7398-AADC-4B45-9031-4CB1AAA032BF}" destId="{02389244-64AB-46D9-9724-91BC9F5B4DE5}" srcOrd="2" destOrd="0" presId="urn:microsoft.com/office/officeart/2005/8/layout/lProcess2"/>
    <dgm:cxn modelId="{34284DAF-B037-4197-A8B4-2D5BADCFA56D}" type="presParOf" srcId="{02389244-64AB-46D9-9724-91BC9F5B4DE5}" destId="{59901F42-D085-4C43-9215-8BEBB1F92141}" srcOrd="0" destOrd="0" presId="urn:microsoft.com/office/officeart/2005/8/layout/lProcess2"/>
    <dgm:cxn modelId="{3006D4D1-36A5-4FA0-AAB7-25716338FBEE}" type="presParOf" srcId="{59901F42-D085-4C43-9215-8BEBB1F92141}" destId="{4D4DAFA4-C90B-466E-868F-E1AA5D67BB5B}" srcOrd="0" destOrd="0" presId="urn:microsoft.com/office/officeart/2005/8/layout/lProcess2"/>
    <dgm:cxn modelId="{CEC1F658-8D24-4A29-8312-B975D33D1675}" type="presParOf" srcId="{59901F42-D085-4C43-9215-8BEBB1F92141}" destId="{4B1AFBEB-4BE1-4042-A42A-D66304C817A7}" srcOrd="1" destOrd="0" presId="urn:microsoft.com/office/officeart/2005/8/layout/lProcess2"/>
    <dgm:cxn modelId="{6C1A5AB8-AFD3-4539-A8EF-D79A68D16EEB}" type="presParOf" srcId="{59901F42-D085-4C43-9215-8BEBB1F92141}" destId="{6EE5D20F-7DA9-46EF-B6BE-34E52C5287EC}" srcOrd="2" destOrd="0" presId="urn:microsoft.com/office/officeart/2005/8/layout/lProcess2"/>
    <dgm:cxn modelId="{07EF3179-8926-4E3E-BF42-454EBBF3A295}" type="presParOf" srcId="{59901F42-D085-4C43-9215-8BEBB1F92141}" destId="{AE5827AB-61BB-455E-877E-68EB196C322A}" srcOrd="3" destOrd="0" presId="urn:microsoft.com/office/officeart/2005/8/layout/lProcess2"/>
    <dgm:cxn modelId="{CFC8418F-5CD3-4837-BFC7-31756CDE3E04}" type="presParOf" srcId="{59901F42-D085-4C43-9215-8BEBB1F92141}" destId="{50F8A9DA-AD41-4575-9957-564B090962DE}" srcOrd="4" destOrd="0" presId="urn:microsoft.com/office/officeart/2005/8/layout/lProcess2"/>
    <dgm:cxn modelId="{A1BE58DD-69FE-4B82-97C5-AF10AD7505BA}" type="presParOf" srcId="{59901F42-D085-4C43-9215-8BEBB1F92141}" destId="{FD276D3A-487E-4E9C-968A-EBCD81570D79}" srcOrd="5" destOrd="0" presId="urn:microsoft.com/office/officeart/2005/8/layout/lProcess2"/>
    <dgm:cxn modelId="{8754D9AA-1E5D-4E6C-8B94-1BDD209BEB75}" type="presParOf" srcId="{59901F42-D085-4C43-9215-8BEBB1F92141}" destId="{00032B8A-B2B5-4A57-AB25-5E5DD88CFD83}" srcOrd="6" destOrd="0" presId="urn:microsoft.com/office/officeart/2005/8/layout/lProcess2"/>
    <dgm:cxn modelId="{77E64EED-3CCD-43C5-A838-EE55802AF471}" type="presParOf" srcId="{59901F42-D085-4C43-9215-8BEBB1F92141}" destId="{DAB28D56-9F82-42B9-8D18-12D415CDFFEE}" srcOrd="7" destOrd="0" presId="urn:microsoft.com/office/officeart/2005/8/layout/lProcess2"/>
    <dgm:cxn modelId="{963E33D8-F745-479A-9EE6-8EA6639ACAF9}" type="presParOf" srcId="{59901F42-D085-4C43-9215-8BEBB1F92141}" destId="{051F8A55-70B1-497F-A7B8-88104897E8DC}" srcOrd="8" destOrd="0" presId="urn:microsoft.com/office/officeart/2005/8/layout/lProcess2"/>
    <dgm:cxn modelId="{006CDA0D-3729-4CA7-93C3-5C2CC7BE248F}" type="presParOf" srcId="{59901F42-D085-4C43-9215-8BEBB1F92141}" destId="{653FF277-76F3-40F8-8FDA-056E5D5F4725}" srcOrd="9" destOrd="0" presId="urn:microsoft.com/office/officeart/2005/8/layout/lProcess2"/>
    <dgm:cxn modelId="{100D3D91-2CCF-443A-9C9B-20FEB5950FAE}" type="presParOf" srcId="{59901F42-D085-4C43-9215-8BEBB1F92141}" destId="{356083D3-C4BD-4C8E-AEAE-BCC4479C3D08}" srcOrd="10" destOrd="0" presId="urn:microsoft.com/office/officeart/2005/8/layout/lProcess2"/>
    <dgm:cxn modelId="{6F2CAAF1-3921-4D6E-A41E-FF4FB49FB913}" type="presParOf" srcId="{59901F42-D085-4C43-9215-8BEBB1F92141}" destId="{7675C0F4-5C1D-457E-8D62-7C9FF27C97E2}" srcOrd="11" destOrd="0" presId="urn:microsoft.com/office/officeart/2005/8/layout/lProcess2"/>
    <dgm:cxn modelId="{148C8116-26EA-4122-8F14-64F0C4ED1C61}" type="presParOf" srcId="{59901F42-D085-4C43-9215-8BEBB1F92141}" destId="{221BABF8-E06C-409C-ACF6-596E0A3EF6EF}" srcOrd="12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12B0814-47B0-48FC-828B-0D87955D6075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79D4220-CA13-486D-A3A9-CE6077C5ECF1}">
      <dgm:prSet/>
      <dgm:spPr/>
      <dgm:t>
        <a:bodyPr/>
        <a:lstStyle/>
        <a:p>
          <a:r>
            <a:rPr lang="en-US"/>
            <a:t>User</a:t>
          </a:r>
        </a:p>
      </dgm:t>
    </dgm:pt>
    <dgm:pt modelId="{42462BF2-3C5D-4CC9-941D-CFA3250E0A6C}" type="parTrans" cxnId="{6E3317C2-90AD-40E1-A55A-CEC60772C355}">
      <dgm:prSet/>
      <dgm:spPr/>
      <dgm:t>
        <a:bodyPr/>
        <a:lstStyle/>
        <a:p>
          <a:endParaRPr lang="en-US"/>
        </a:p>
      </dgm:t>
    </dgm:pt>
    <dgm:pt modelId="{2B08BB71-5C06-4AA3-B4CA-EB6EF6E698AC}" type="sibTrans" cxnId="{6E3317C2-90AD-40E1-A55A-CEC60772C355}">
      <dgm:prSet/>
      <dgm:spPr/>
      <dgm:t>
        <a:bodyPr/>
        <a:lstStyle/>
        <a:p>
          <a:endParaRPr lang="en-US"/>
        </a:p>
      </dgm:t>
    </dgm:pt>
    <dgm:pt modelId="{187F4081-906A-4DA2-A135-F81238316429}">
      <dgm:prSet/>
      <dgm:spPr/>
      <dgm:t>
        <a:bodyPr/>
        <a:lstStyle/>
        <a:p>
          <a:r>
            <a:rPr lang="en-US" dirty="0"/>
            <a:t>Current</a:t>
          </a:r>
        </a:p>
      </dgm:t>
    </dgm:pt>
    <dgm:pt modelId="{04EA7162-8235-48F8-9CBD-6A9ECCD377D1}" type="parTrans" cxnId="{68E733A5-B098-4178-9081-67E336B0CCDD}">
      <dgm:prSet/>
      <dgm:spPr/>
      <dgm:t>
        <a:bodyPr/>
        <a:lstStyle/>
        <a:p>
          <a:endParaRPr lang="en-US"/>
        </a:p>
      </dgm:t>
    </dgm:pt>
    <dgm:pt modelId="{2EECEF8A-2E37-4829-933B-C7CFE444AB6E}" type="sibTrans" cxnId="{68E733A5-B098-4178-9081-67E336B0CCDD}">
      <dgm:prSet/>
      <dgm:spPr/>
      <dgm:t>
        <a:bodyPr/>
        <a:lstStyle/>
        <a:p>
          <a:endParaRPr lang="en-US"/>
        </a:p>
      </dgm:t>
    </dgm:pt>
    <dgm:pt modelId="{E3CC6C27-C2DA-454E-A74A-E8418068CA51}">
      <dgm:prSet/>
      <dgm:spPr/>
      <dgm:t>
        <a:bodyPr/>
        <a:lstStyle/>
        <a:p>
          <a:r>
            <a:rPr lang="en-US"/>
            <a:t>Create event </a:t>
          </a:r>
        </a:p>
      </dgm:t>
    </dgm:pt>
    <dgm:pt modelId="{AD4DDE09-637A-4ECE-AB38-338CAB12EF3C}" type="parTrans" cxnId="{E5DF1482-3F8E-482B-BED6-6598A45DF793}">
      <dgm:prSet/>
      <dgm:spPr/>
      <dgm:t>
        <a:bodyPr/>
        <a:lstStyle/>
        <a:p>
          <a:endParaRPr lang="en-US"/>
        </a:p>
      </dgm:t>
    </dgm:pt>
    <dgm:pt modelId="{E868213E-8A71-4898-A98B-84DC4E7467F7}" type="sibTrans" cxnId="{E5DF1482-3F8E-482B-BED6-6598A45DF793}">
      <dgm:prSet/>
      <dgm:spPr/>
      <dgm:t>
        <a:bodyPr/>
        <a:lstStyle/>
        <a:p>
          <a:endParaRPr lang="en-US"/>
        </a:p>
      </dgm:t>
    </dgm:pt>
    <dgm:pt modelId="{B8766592-7C2E-42B8-90FF-402574FB18FC}">
      <dgm:prSet/>
      <dgm:spPr/>
      <dgm:t>
        <a:bodyPr/>
        <a:lstStyle/>
        <a:p>
          <a:r>
            <a:rPr lang="en-US"/>
            <a:t>Join event</a:t>
          </a:r>
        </a:p>
      </dgm:t>
    </dgm:pt>
    <dgm:pt modelId="{6C06E9F5-A96D-4E7F-84F0-752EC5023270}" type="parTrans" cxnId="{E28F4827-D24F-497C-B84B-521ABD2BE1E0}">
      <dgm:prSet/>
      <dgm:spPr/>
      <dgm:t>
        <a:bodyPr/>
        <a:lstStyle/>
        <a:p>
          <a:endParaRPr lang="en-US"/>
        </a:p>
      </dgm:t>
    </dgm:pt>
    <dgm:pt modelId="{0E6D53D6-BA82-4CB1-A5B1-763D200C930D}" type="sibTrans" cxnId="{E28F4827-D24F-497C-B84B-521ABD2BE1E0}">
      <dgm:prSet/>
      <dgm:spPr/>
      <dgm:t>
        <a:bodyPr/>
        <a:lstStyle/>
        <a:p>
          <a:endParaRPr lang="en-US"/>
        </a:p>
      </dgm:t>
    </dgm:pt>
    <dgm:pt modelId="{7CC37E0B-E003-4F06-B9AA-280C36E5A61B}">
      <dgm:prSet/>
      <dgm:spPr/>
      <dgm:t>
        <a:bodyPr/>
        <a:lstStyle/>
        <a:p>
          <a:r>
            <a:rPr lang="en-US"/>
            <a:t>Edit owned event</a:t>
          </a:r>
        </a:p>
      </dgm:t>
    </dgm:pt>
    <dgm:pt modelId="{030C51CB-A112-4721-B948-985E1B3948F8}" type="parTrans" cxnId="{28737600-549B-483A-B3F6-CF603CDCDBA9}">
      <dgm:prSet/>
      <dgm:spPr/>
      <dgm:t>
        <a:bodyPr/>
        <a:lstStyle/>
        <a:p>
          <a:endParaRPr lang="en-US"/>
        </a:p>
      </dgm:t>
    </dgm:pt>
    <dgm:pt modelId="{5A5DF06F-E8A4-4B5A-B94D-CD8576ACE970}" type="sibTrans" cxnId="{28737600-549B-483A-B3F6-CF603CDCDBA9}">
      <dgm:prSet/>
      <dgm:spPr/>
      <dgm:t>
        <a:bodyPr/>
        <a:lstStyle/>
        <a:p>
          <a:endParaRPr lang="en-US"/>
        </a:p>
      </dgm:t>
    </dgm:pt>
    <dgm:pt modelId="{5B400A0B-46C0-470C-9E6D-7BD8402DBB0B}">
      <dgm:prSet/>
      <dgm:spPr/>
      <dgm:t>
        <a:bodyPr/>
        <a:lstStyle/>
        <a:p>
          <a:r>
            <a:rPr lang="en-US"/>
            <a:t>Planned</a:t>
          </a:r>
        </a:p>
      </dgm:t>
    </dgm:pt>
    <dgm:pt modelId="{A78E90F8-1908-48AA-9852-C3CC2E17C13D}" type="parTrans" cxnId="{C904E491-0521-4386-A8E7-723EF08C2895}">
      <dgm:prSet/>
      <dgm:spPr/>
      <dgm:t>
        <a:bodyPr/>
        <a:lstStyle/>
        <a:p>
          <a:endParaRPr lang="en-US"/>
        </a:p>
      </dgm:t>
    </dgm:pt>
    <dgm:pt modelId="{C87E7906-B9D5-45B4-BA87-A780737CAD80}" type="sibTrans" cxnId="{C904E491-0521-4386-A8E7-723EF08C2895}">
      <dgm:prSet/>
      <dgm:spPr/>
      <dgm:t>
        <a:bodyPr/>
        <a:lstStyle/>
        <a:p>
          <a:endParaRPr lang="en-US"/>
        </a:p>
      </dgm:t>
    </dgm:pt>
    <dgm:pt modelId="{C80794F0-0336-4BE9-AD8E-6A277D13E00D}">
      <dgm:prSet/>
      <dgm:spPr/>
      <dgm:t>
        <a:bodyPr/>
        <a:lstStyle/>
        <a:p>
          <a:r>
            <a:rPr lang="en-US" dirty="0"/>
            <a:t>Send messages</a:t>
          </a:r>
        </a:p>
      </dgm:t>
    </dgm:pt>
    <dgm:pt modelId="{267D73C4-B55C-4BDB-9E0C-59E0659C2D57}" type="parTrans" cxnId="{3BC18D1B-7472-4F5C-8F75-560B3FC3EF79}">
      <dgm:prSet/>
      <dgm:spPr/>
      <dgm:t>
        <a:bodyPr/>
        <a:lstStyle/>
        <a:p>
          <a:endParaRPr lang="en-US"/>
        </a:p>
      </dgm:t>
    </dgm:pt>
    <dgm:pt modelId="{7E18BC12-8547-47C4-AEA0-CDC4FB37A208}" type="sibTrans" cxnId="{3BC18D1B-7472-4F5C-8F75-560B3FC3EF79}">
      <dgm:prSet/>
      <dgm:spPr/>
      <dgm:t>
        <a:bodyPr/>
        <a:lstStyle/>
        <a:p>
          <a:endParaRPr lang="en-US"/>
        </a:p>
      </dgm:t>
    </dgm:pt>
    <dgm:pt modelId="{9C2ADE46-7E09-406E-AE7A-1FFE97CEE860}">
      <dgm:prSet/>
      <dgm:spPr/>
      <dgm:t>
        <a:bodyPr/>
        <a:lstStyle/>
        <a:p>
          <a:r>
            <a:rPr lang="en-US"/>
            <a:t>Event</a:t>
          </a:r>
        </a:p>
      </dgm:t>
    </dgm:pt>
    <dgm:pt modelId="{3057D271-38B8-4CF9-BFA6-861750254EAA}" type="parTrans" cxnId="{6F7BECDA-00F3-44B9-AA59-8C7DC5088EDF}">
      <dgm:prSet/>
      <dgm:spPr/>
      <dgm:t>
        <a:bodyPr/>
        <a:lstStyle/>
        <a:p>
          <a:endParaRPr lang="en-US"/>
        </a:p>
      </dgm:t>
    </dgm:pt>
    <dgm:pt modelId="{E2DD8843-053C-4310-8771-E288017B9541}" type="sibTrans" cxnId="{6F7BECDA-00F3-44B9-AA59-8C7DC5088EDF}">
      <dgm:prSet/>
      <dgm:spPr/>
      <dgm:t>
        <a:bodyPr/>
        <a:lstStyle/>
        <a:p>
          <a:endParaRPr lang="en-US"/>
        </a:p>
      </dgm:t>
    </dgm:pt>
    <dgm:pt modelId="{ACEAC09B-F548-4E56-BFEB-286D09295809}">
      <dgm:prSet/>
      <dgm:spPr/>
      <dgm:t>
        <a:bodyPr/>
        <a:lstStyle/>
        <a:p>
          <a:r>
            <a:rPr lang="en-US"/>
            <a:t>Current</a:t>
          </a:r>
        </a:p>
      </dgm:t>
    </dgm:pt>
    <dgm:pt modelId="{ECBDEF90-30E1-40E2-B219-02713FADAD32}" type="parTrans" cxnId="{677DD39D-4C93-4BFB-B9DB-F89658CF24BA}">
      <dgm:prSet/>
      <dgm:spPr/>
      <dgm:t>
        <a:bodyPr/>
        <a:lstStyle/>
        <a:p>
          <a:endParaRPr lang="en-US"/>
        </a:p>
      </dgm:t>
    </dgm:pt>
    <dgm:pt modelId="{F1F68096-2E3F-47ED-BABD-D41C647FD3E0}" type="sibTrans" cxnId="{677DD39D-4C93-4BFB-B9DB-F89658CF24BA}">
      <dgm:prSet/>
      <dgm:spPr/>
      <dgm:t>
        <a:bodyPr/>
        <a:lstStyle/>
        <a:p>
          <a:endParaRPr lang="en-US"/>
        </a:p>
      </dgm:t>
    </dgm:pt>
    <dgm:pt modelId="{E5CA66D6-EF57-4E3D-ACAF-349FB749A32E}">
      <dgm:prSet/>
      <dgm:spPr/>
      <dgm:t>
        <a:bodyPr/>
        <a:lstStyle/>
        <a:p>
          <a:r>
            <a:rPr lang="en-US" dirty="0"/>
            <a:t>Display event info</a:t>
          </a:r>
        </a:p>
      </dgm:t>
    </dgm:pt>
    <dgm:pt modelId="{CF753931-2BA1-4D93-8D95-87456CBA2BC3}" type="parTrans" cxnId="{68D5E57A-FE10-44F5-8AD8-F515DB2EDB89}">
      <dgm:prSet/>
      <dgm:spPr/>
      <dgm:t>
        <a:bodyPr/>
        <a:lstStyle/>
        <a:p>
          <a:endParaRPr lang="en-US"/>
        </a:p>
      </dgm:t>
    </dgm:pt>
    <dgm:pt modelId="{837A06B1-F712-4A62-BBEE-EF4318A66E71}" type="sibTrans" cxnId="{68D5E57A-FE10-44F5-8AD8-F515DB2EDB89}">
      <dgm:prSet/>
      <dgm:spPr/>
      <dgm:t>
        <a:bodyPr/>
        <a:lstStyle/>
        <a:p>
          <a:endParaRPr lang="en-US"/>
        </a:p>
      </dgm:t>
    </dgm:pt>
    <dgm:pt modelId="{E15CEEC3-1FAB-4F72-B1A7-9647600C053B}">
      <dgm:prSet/>
      <dgm:spPr/>
      <dgm:t>
        <a:bodyPr/>
        <a:lstStyle/>
        <a:p>
          <a:r>
            <a:rPr lang="en-US"/>
            <a:t>Planned</a:t>
          </a:r>
        </a:p>
      </dgm:t>
    </dgm:pt>
    <dgm:pt modelId="{97F40953-2D73-4D79-A137-F8FFB1878AFF}" type="parTrans" cxnId="{5205C424-ADFC-4F98-AF54-BAF9B5141CF9}">
      <dgm:prSet/>
      <dgm:spPr/>
      <dgm:t>
        <a:bodyPr/>
        <a:lstStyle/>
        <a:p>
          <a:endParaRPr lang="en-US"/>
        </a:p>
      </dgm:t>
    </dgm:pt>
    <dgm:pt modelId="{8BDC8597-B935-489F-A512-E25AE8280D03}" type="sibTrans" cxnId="{5205C424-ADFC-4F98-AF54-BAF9B5141CF9}">
      <dgm:prSet/>
      <dgm:spPr/>
      <dgm:t>
        <a:bodyPr/>
        <a:lstStyle/>
        <a:p>
          <a:endParaRPr lang="en-US"/>
        </a:p>
      </dgm:t>
    </dgm:pt>
    <dgm:pt modelId="{83B1FFCD-BDB6-4B60-A5CC-E5E9C73F39AF}">
      <dgm:prSet/>
      <dgm:spPr/>
      <dgm:t>
        <a:bodyPr/>
        <a:lstStyle/>
        <a:p>
          <a:r>
            <a:rPr lang="en-US" dirty="0"/>
            <a:t>Notify participants of changes</a:t>
          </a:r>
        </a:p>
      </dgm:t>
    </dgm:pt>
    <dgm:pt modelId="{1C53CFBF-669F-40FC-AA8C-C10C819302F2}" type="parTrans" cxnId="{F410A3DD-3212-4A1F-8097-DCB4AE726CBD}">
      <dgm:prSet/>
      <dgm:spPr/>
      <dgm:t>
        <a:bodyPr/>
        <a:lstStyle/>
        <a:p>
          <a:endParaRPr lang="en-US"/>
        </a:p>
      </dgm:t>
    </dgm:pt>
    <dgm:pt modelId="{381833E9-35EF-41BD-8235-E0445BC7A0A2}" type="sibTrans" cxnId="{F410A3DD-3212-4A1F-8097-DCB4AE726CBD}">
      <dgm:prSet/>
      <dgm:spPr/>
      <dgm:t>
        <a:bodyPr/>
        <a:lstStyle/>
        <a:p>
          <a:endParaRPr lang="en-US"/>
        </a:p>
      </dgm:t>
    </dgm:pt>
    <dgm:pt modelId="{DA7657D9-A9D0-4F99-B23E-75B2AC330298}">
      <dgm:prSet/>
      <dgm:spPr/>
      <dgm:t>
        <a:bodyPr/>
        <a:lstStyle/>
        <a:p>
          <a:r>
            <a:rPr lang="en-US" dirty="0"/>
            <a:t>Send reminders</a:t>
          </a:r>
        </a:p>
      </dgm:t>
    </dgm:pt>
    <dgm:pt modelId="{25274B95-4EF6-4A46-A847-CA95CACF5539}" type="parTrans" cxnId="{F881E995-254A-4DF5-9D5B-2805CCFD0DBE}">
      <dgm:prSet/>
      <dgm:spPr/>
      <dgm:t>
        <a:bodyPr/>
        <a:lstStyle/>
        <a:p>
          <a:endParaRPr lang="en-US"/>
        </a:p>
      </dgm:t>
    </dgm:pt>
    <dgm:pt modelId="{53B3BE36-A23B-4B68-9AE0-DB4F69946A5B}" type="sibTrans" cxnId="{F881E995-254A-4DF5-9D5B-2805CCFD0DBE}">
      <dgm:prSet/>
      <dgm:spPr/>
      <dgm:t>
        <a:bodyPr/>
        <a:lstStyle/>
        <a:p>
          <a:endParaRPr lang="en-US"/>
        </a:p>
      </dgm:t>
    </dgm:pt>
    <dgm:pt modelId="{9AA4CEB8-CEC6-4725-82C0-AE3F120CB18A}">
      <dgm:prSet/>
      <dgm:spPr/>
      <dgm:t>
        <a:bodyPr/>
        <a:lstStyle/>
        <a:p>
          <a:r>
            <a:rPr lang="en-US" dirty="0"/>
            <a:t>Add user profile</a:t>
          </a:r>
        </a:p>
      </dgm:t>
    </dgm:pt>
    <dgm:pt modelId="{A51816E6-C1D4-4C50-B87C-DCCEAF64A210}" type="parTrans" cxnId="{CD707E68-7D65-44CC-8D51-499EB9074A33}">
      <dgm:prSet/>
      <dgm:spPr/>
      <dgm:t>
        <a:bodyPr/>
        <a:lstStyle/>
        <a:p>
          <a:endParaRPr lang="en-US"/>
        </a:p>
      </dgm:t>
    </dgm:pt>
    <dgm:pt modelId="{36DBA383-D6DF-4D7D-9937-4133C8D071A7}" type="sibTrans" cxnId="{CD707E68-7D65-44CC-8D51-499EB9074A33}">
      <dgm:prSet/>
      <dgm:spPr/>
      <dgm:t>
        <a:bodyPr/>
        <a:lstStyle/>
        <a:p>
          <a:endParaRPr lang="en-US"/>
        </a:p>
      </dgm:t>
    </dgm:pt>
    <dgm:pt modelId="{F75A75C9-57C8-4FCE-8A1B-0409D5AD6E7A}" type="pres">
      <dgm:prSet presAssocID="{612B0814-47B0-48FC-828B-0D87955D6075}" presName="linear" presStyleCnt="0">
        <dgm:presLayoutVars>
          <dgm:animLvl val="lvl"/>
          <dgm:resizeHandles val="exact"/>
        </dgm:presLayoutVars>
      </dgm:prSet>
      <dgm:spPr/>
    </dgm:pt>
    <dgm:pt modelId="{1C1A5F91-0EFA-4DEF-9DB6-BFFD16E722E0}" type="pres">
      <dgm:prSet presAssocID="{779D4220-CA13-486D-A3A9-CE6077C5ECF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AC0F724-4BC2-429F-98FF-B2B067DCCA07}" type="pres">
      <dgm:prSet presAssocID="{779D4220-CA13-486D-A3A9-CE6077C5ECF1}" presName="childText" presStyleLbl="revTx" presStyleIdx="0" presStyleCnt="2">
        <dgm:presLayoutVars>
          <dgm:bulletEnabled val="1"/>
        </dgm:presLayoutVars>
      </dgm:prSet>
      <dgm:spPr/>
    </dgm:pt>
    <dgm:pt modelId="{FDFB0223-9598-4909-A3CC-AED5FBFC6F6D}" type="pres">
      <dgm:prSet presAssocID="{9C2ADE46-7E09-406E-AE7A-1FFE97CEE86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75D6D55-8B22-4BCA-BAFC-A46C809989F8}" type="pres">
      <dgm:prSet presAssocID="{9C2ADE46-7E09-406E-AE7A-1FFE97CEE860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28737600-549B-483A-B3F6-CF603CDCDBA9}" srcId="{187F4081-906A-4DA2-A135-F81238316429}" destId="{7CC37E0B-E003-4F06-B9AA-280C36E5A61B}" srcOrd="2" destOrd="0" parTransId="{030C51CB-A112-4721-B948-985E1B3948F8}" sibTransId="{5A5DF06F-E8A4-4B5A-B94D-CD8576ACE970}"/>
    <dgm:cxn modelId="{E94A8105-184C-4E01-BBA9-07A10BAD86DA}" type="presOf" srcId="{7CC37E0B-E003-4F06-B9AA-280C36E5A61B}" destId="{1AC0F724-4BC2-429F-98FF-B2B067DCCA07}" srcOrd="0" destOrd="3" presId="urn:microsoft.com/office/officeart/2005/8/layout/vList2"/>
    <dgm:cxn modelId="{F64A1016-8290-49F9-95DB-DA3808C6CEBD}" type="presOf" srcId="{5B400A0B-46C0-470C-9E6D-7BD8402DBB0B}" destId="{1AC0F724-4BC2-429F-98FF-B2B067DCCA07}" srcOrd="0" destOrd="4" presId="urn:microsoft.com/office/officeart/2005/8/layout/vList2"/>
    <dgm:cxn modelId="{3BC18D1B-7472-4F5C-8F75-560B3FC3EF79}" srcId="{5B400A0B-46C0-470C-9E6D-7BD8402DBB0B}" destId="{C80794F0-0336-4BE9-AD8E-6A277D13E00D}" srcOrd="0" destOrd="0" parTransId="{267D73C4-B55C-4BDB-9E0C-59E0659C2D57}" sibTransId="{7E18BC12-8547-47C4-AEA0-CDC4FB37A208}"/>
    <dgm:cxn modelId="{5205C424-ADFC-4F98-AF54-BAF9B5141CF9}" srcId="{9C2ADE46-7E09-406E-AE7A-1FFE97CEE860}" destId="{E15CEEC3-1FAB-4F72-B1A7-9647600C053B}" srcOrd="1" destOrd="0" parTransId="{97F40953-2D73-4D79-A137-F8FFB1878AFF}" sibTransId="{8BDC8597-B935-489F-A512-E25AE8280D03}"/>
    <dgm:cxn modelId="{E28F4827-D24F-497C-B84B-521ABD2BE1E0}" srcId="{187F4081-906A-4DA2-A135-F81238316429}" destId="{B8766592-7C2E-42B8-90FF-402574FB18FC}" srcOrd="1" destOrd="0" parTransId="{6C06E9F5-A96D-4E7F-84F0-752EC5023270}" sibTransId="{0E6D53D6-BA82-4CB1-A5B1-763D200C930D}"/>
    <dgm:cxn modelId="{AED2372C-CF0E-47EE-A312-BABED84EBA53}" type="presOf" srcId="{B8766592-7C2E-42B8-90FF-402574FB18FC}" destId="{1AC0F724-4BC2-429F-98FF-B2B067DCCA07}" srcOrd="0" destOrd="2" presId="urn:microsoft.com/office/officeart/2005/8/layout/vList2"/>
    <dgm:cxn modelId="{574AD33F-26E0-4396-9DF8-4F20736FE46C}" type="presOf" srcId="{779D4220-CA13-486D-A3A9-CE6077C5ECF1}" destId="{1C1A5F91-0EFA-4DEF-9DB6-BFFD16E722E0}" srcOrd="0" destOrd="0" presId="urn:microsoft.com/office/officeart/2005/8/layout/vList2"/>
    <dgm:cxn modelId="{D6382E62-F8A7-42F0-B67D-DDA71BEC76A4}" type="presOf" srcId="{9C2ADE46-7E09-406E-AE7A-1FFE97CEE860}" destId="{FDFB0223-9598-4909-A3CC-AED5FBFC6F6D}" srcOrd="0" destOrd="0" presId="urn:microsoft.com/office/officeart/2005/8/layout/vList2"/>
    <dgm:cxn modelId="{BEE41E45-F494-4D34-8E2F-FF0A6F6083CA}" type="presOf" srcId="{DA7657D9-A9D0-4F99-B23E-75B2AC330298}" destId="{E75D6D55-8B22-4BCA-BAFC-A46C809989F8}" srcOrd="0" destOrd="4" presId="urn:microsoft.com/office/officeart/2005/8/layout/vList2"/>
    <dgm:cxn modelId="{CD707E68-7D65-44CC-8D51-499EB9074A33}" srcId="{5B400A0B-46C0-470C-9E6D-7BD8402DBB0B}" destId="{9AA4CEB8-CEC6-4725-82C0-AE3F120CB18A}" srcOrd="1" destOrd="0" parTransId="{A51816E6-C1D4-4C50-B87C-DCCEAF64A210}" sibTransId="{36DBA383-D6DF-4D7D-9937-4133C8D071A7}"/>
    <dgm:cxn modelId="{E12BD14A-1831-411C-9A8A-2F8958EC8A62}" type="presOf" srcId="{83B1FFCD-BDB6-4B60-A5CC-E5E9C73F39AF}" destId="{E75D6D55-8B22-4BCA-BAFC-A46C809989F8}" srcOrd="0" destOrd="3" presId="urn:microsoft.com/office/officeart/2005/8/layout/vList2"/>
    <dgm:cxn modelId="{C9B26951-EF82-4533-BFC3-FD1E100315D2}" type="presOf" srcId="{ACEAC09B-F548-4E56-BFEB-286D09295809}" destId="{E75D6D55-8B22-4BCA-BAFC-A46C809989F8}" srcOrd="0" destOrd="0" presId="urn:microsoft.com/office/officeart/2005/8/layout/vList2"/>
    <dgm:cxn modelId="{80C13A73-A3A3-42D3-97F0-8B23EABAE594}" type="presOf" srcId="{C80794F0-0336-4BE9-AD8E-6A277D13E00D}" destId="{1AC0F724-4BC2-429F-98FF-B2B067DCCA07}" srcOrd="0" destOrd="5" presId="urn:microsoft.com/office/officeart/2005/8/layout/vList2"/>
    <dgm:cxn modelId="{3A855B77-A704-4CBB-90F7-A3864FC77CF6}" type="presOf" srcId="{612B0814-47B0-48FC-828B-0D87955D6075}" destId="{F75A75C9-57C8-4FCE-8A1B-0409D5AD6E7A}" srcOrd="0" destOrd="0" presId="urn:microsoft.com/office/officeart/2005/8/layout/vList2"/>
    <dgm:cxn modelId="{68D5E57A-FE10-44F5-8AD8-F515DB2EDB89}" srcId="{ACEAC09B-F548-4E56-BFEB-286D09295809}" destId="{E5CA66D6-EF57-4E3D-ACAF-349FB749A32E}" srcOrd="0" destOrd="0" parTransId="{CF753931-2BA1-4D93-8D95-87456CBA2BC3}" sibTransId="{837A06B1-F712-4A62-BBEE-EF4318A66E71}"/>
    <dgm:cxn modelId="{E5DF1482-3F8E-482B-BED6-6598A45DF793}" srcId="{187F4081-906A-4DA2-A135-F81238316429}" destId="{E3CC6C27-C2DA-454E-A74A-E8418068CA51}" srcOrd="0" destOrd="0" parTransId="{AD4DDE09-637A-4ECE-AB38-338CAB12EF3C}" sibTransId="{E868213E-8A71-4898-A98B-84DC4E7467F7}"/>
    <dgm:cxn modelId="{09AD658B-EADE-470C-AE0B-7EAB92B43CC5}" type="presOf" srcId="{9AA4CEB8-CEC6-4725-82C0-AE3F120CB18A}" destId="{1AC0F724-4BC2-429F-98FF-B2B067DCCA07}" srcOrd="0" destOrd="6" presId="urn:microsoft.com/office/officeart/2005/8/layout/vList2"/>
    <dgm:cxn modelId="{2ECC308F-1600-499E-82F9-2B56AF192E4B}" type="presOf" srcId="{E5CA66D6-EF57-4E3D-ACAF-349FB749A32E}" destId="{E75D6D55-8B22-4BCA-BAFC-A46C809989F8}" srcOrd="0" destOrd="1" presId="urn:microsoft.com/office/officeart/2005/8/layout/vList2"/>
    <dgm:cxn modelId="{C904E491-0521-4386-A8E7-723EF08C2895}" srcId="{779D4220-CA13-486D-A3A9-CE6077C5ECF1}" destId="{5B400A0B-46C0-470C-9E6D-7BD8402DBB0B}" srcOrd="1" destOrd="0" parTransId="{A78E90F8-1908-48AA-9852-C3CC2E17C13D}" sibTransId="{C87E7906-B9D5-45B4-BA87-A780737CAD80}"/>
    <dgm:cxn modelId="{F881E995-254A-4DF5-9D5B-2805CCFD0DBE}" srcId="{E15CEEC3-1FAB-4F72-B1A7-9647600C053B}" destId="{DA7657D9-A9D0-4F99-B23E-75B2AC330298}" srcOrd="1" destOrd="0" parTransId="{25274B95-4EF6-4A46-A847-CA95CACF5539}" sibTransId="{53B3BE36-A23B-4B68-9AE0-DB4F69946A5B}"/>
    <dgm:cxn modelId="{677DD39D-4C93-4BFB-B9DB-F89658CF24BA}" srcId="{9C2ADE46-7E09-406E-AE7A-1FFE97CEE860}" destId="{ACEAC09B-F548-4E56-BFEB-286D09295809}" srcOrd="0" destOrd="0" parTransId="{ECBDEF90-30E1-40E2-B219-02713FADAD32}" sibTransId="{F1F68096-2E3F-47ED-BABD-D41C647FD3E0}"/>
    <dgm:cxn modelId="{68E733A5-B098-4178-9081-67E336B0CCDD}" srcId="{779D4220-CA13-486D-A3A9-CE6077C5ECF1}" destId="{187F4081-906A-4DA2-A135-F81238316429}" srcOrd="0" destOrd="0" parTransId="{04EA7162-8235-48F8-9CBD-6A9ECCD377D1}" sibTransId="{2EECEF8A-2E37-4829-933B-C7CFE444AB6E}"/>
    <dgm:cxn modelId="{3942AFB1-D8D5-409E-B5EF-1456F2CC9606}" type="presOf" srcId="{187F4081-906A-4DA2-A135-F81238316429}" destId="{1AC0F724-4BC2-429F-98FF-B2B067DCCA07}" srcOrd="0" destOrd="0" presId="urn:microsoft.com/office/officeart/2005/8/layout/vList2"/>
    <dgm:cxn modelId="{6E3317C2-90AD-40E1-A55A-CEC60772C355}" srcId="{612B0814-47B0-48FC-828B-0D87955D6075}" destId="{779D4220-CA13-486D-A3A9-CE6077C5ECF1}" srcOrd="0" destOrd="0" parTransId="{42462BF2-3C5D-4CC9-941D-CFA3250E0A6C}" sibTransId="{2B08BB71-5C06-4AA3-B4CA-EB6EF6E698AC}"/>
    <dgm:cxn modelId="{6F7BECDA-00F3-44B9-AA59-8C7DC5088EDF}" srcId="{612B0814-47B0-48FC-828B-0D87955D6075}" destId="{9C2ADE46-7E09-406E-AE7A-1FFE97CEE860}" srcOrd="1" destOrd="0" parTransId="{3057D271-38B8-4CF9-BFA6-861750254EAA}" sibTransId="{E2DD8843-053C-4310-8771-E288017B9541}"/>
    <dgm:cxn modelId="{3C7FD1DB-9AF0-4040-9E3A-18FDD4E6DFA1}" type="presOf" srcId="{E15CEEC3-1FAB-4F72-B1A7-9647600C053B}" destId="{E75D6D55-8B22-4BCA-BAFC-A46C809989F8}" srcOrd="0" destOrd="2" presId="urn:microsoft.com/office/officeart/2005/8/layout/vList2"/>
    <dgm:cxn modelId="{F410A3DD-3212-4A1F-8097-DCB4AE726CBD}" srcId="{E15CEEC3-1FAB-4F72-B1A7-9647600C053B}" destId="{83B1FFCD-BDB6-4B60-A5CC-E5E9C73F39AF}" srcOrd="0" destOrd="0" parTransId="{1C53CFBF-669F-40FC-AA8C-C10C819302F2}" sibTransId="{381833E9-35EF-41BD-8235-E0445BC7A0A2}"/>
    <dgm:cxn modelId="{4E1F9BF9-935D-4ECE-BE27-75A30546DFE2}" type="presOf" srcId="{E3CC6C27-C2DA-454E-A74A-E8418068CA51}" destId="{1AC0F724-4BC2-429F-98FF-B2B067DCCA07}" srcOrd="0" destOrd="1" presId="urn:microsoft.com/office/officeart/2005/8/layout/vList2"/>
    <dgm:cxn modelId="{105FE45C-5458-4C62-860E-7626C471716E}" type="presParOf" srcId="{F75A75C9-57C8-4FCE-8A1B-0409D5AD6E7A}" destId="{1C1A5F91-0EFA-4DEF-9DB6-BFFD16E722E0}" srcOrd="0" destOrd="0" presId="urn:microsoft.com/office/officeart/2005/8/layout/vList2"/>
    <dgm:cxn modelId="{3BA9075C-4E52-43B7-ACBE-E932962DF666}" type="presParOf" srcId="{F75A75C9-57C8-4FCE-8A1B-0409D5AD6E7A}" destId="{1AC0F724-4BC2-429F-98FF-B2B067DCCA07}" srcOrd="1" destOrd="0" presId="urn:microsoft.com/office/officeart/2005/8/layout/vList2"/>
    <dgm:cxn modelId="{9291EBE2-02CF-4D15-BBC8-F367E1532015}" type="presParOf" srcId="{F75A75C9-57C8-4FCE-8A1B-0409D5AD6E7A}" destId="{FDFB0223-9598-4909-A3CC-AED5FBFC6F6D}" srcOrd="2" destOrd="0" presId="urn:microsoft.com/office/officeart/2005/8/layout/vList2"/>
    <dgm:cxn modelId="{D0FFAAA9-0AE1-4E19-A652-99424081DFFF}" type="presParOf" srcId="{F75A75C9-57C8-4FCE-8A1B-0409D5AD6E7A}" destId="{E75D6D55-8B22-4BCA-BAFC-A46C809989F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E8B1B55-4960-4AA9-AC53-E0D7AD82407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0044ACB-72DC-4C75-A7F3-245F657147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Maps api: To view all available players and event in a specific location</a:t>
          </a:r>
        </a:p>
      </dgm:t>
    </dgm:pt>
    <dgm:pt modelId="{2D72501D-294B-4CC3-960F-85DC90E48B0F}" type="parTrans" cxnId="{81553798-6CFA-4B74-9530-69055C05D715}">
      <dgm:prSet/>
      <dgm:spPr/>
      <dgm:t>
        <a:bodyPr/>
        <a:lstStyle/>
        <a:p>
          <a:endParaRPr lang="en-US"/>
        </a:p>
      </dgm:t>
    </dgm:pt>
    <dgm:pt modelId="{6C416672-1726-4F40-8C07-EDCF2529FD91}" type="sibTrans" cxnId="{81553798-6CFA-4B74-9530-69055C05D715}">
      <dgm:prSet/>
      <dgm:spPr/>
      <dgm:t>
        <a:bodyPr/>
        <a:lstStyle/>
        <a:p>
          <a:endParaRPr lang="en-US"/>
        </a:p>
      </dgm:t>
    </dgm:pt>
    <dgm:pt modelId="{068129C2-1D24-4DE1-99F0-F83A118AE6D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Group Chat: allow users to message participants of events</a:t>
          </a:r>
        </a:p>
      </dgm:t>
    </dgm:pt>
    <dgm:pt modelId="{8339F461-8A2E-4D58-8917-AFCBCD3650F2}" type="parTrans" cxnId="{3D727D82-3730-4204-B96F-348B6FA9A119}">
      <dgm:prSet/>
      <dgm:spPr/>
      <dgm:t>
        <a:bodyPr/>
        <a:lstStyle/>
        <a:p>
          <a:endParaRPr lang="en-US"/>
        </a:p>
      </dgm:t>
    </dgm:pt>
    <dgm:pt modelId="{616F4577-211E-4EF4-9A58-CF75CF22D5DF}" type="sibTrans" cxnId="{3D727D82-3730-4204-B96F-348B6FA9A119}">
      <dgm:prSet/>
      <dgm:spPr/>
      <dgm:t>
        <a:bodyPr/>
        <a:lstStyle/>
        <a:p>
          <a:endParaRPr lang="en-US"/>
        </a:p>
      </dgm:t>
    </dgm:pt>
    <dgm:pt modelId="{35644FA9-248F-4F0F-8B42-E08CEFB824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Direct Chat: allow users to contact other users</a:t>
          </a:r>
        </a:p>
      </dgm:t>
    </dgm:pt>
    <dgm:pt modelId="{11E1F930-7659-43A2-BF23-1AC38601F159}" type="parTrans" cxnId="{C9CBD38F-470D-40DA-82D4-052941C23EE3}">
      <dgm:prSet/>
      <dgm:spPr/>
      <dgm:t>
        <a:bodyPr/>
        <a:lstStyle/>
        <a:p>
          <a:endParaRPr lang="en-US"/>
        </a:p>
      </dgm:t>
    </dgm:pt>
    <dgm:pt modelId="{2CEE787D-DCDE-4549-A77A-251537DF8856}" type="sibTrans" cxnId="{C9CBD38F-470D-40DA-82D4-052941C23EE3}">
      <dgm:prSet/>
      <dgm:spPr/>
      <dgm:t>
        <a:bodyPr/>
        <a:lstStyle/>
        <a:p>
          <a:endParaRPr lang="en-US"/>
        </a:p>
      </dgm:t>
    </dgm:pt>
    <dgm:pt modelId="{ACF0702E-17D7-4A5C-B407-FE4E03C97575}" type="pres">
      <dgm:prSet presAssocID="{9E8B1B55-4960-4AA9-AC53-E0D7AD82407F}" presName="root" presStyleCnt="0">
        <dgm:presLayoutVars>
          <dgm:dir/>
          <dgm:resizeHandles val="exact"/>
        </dgm:presLayoutVars>
      </dgm:prSet>
      <dgm:spPr/>
    </dgm:pt>
    <dgm:pt modelId="{4B72E749-8F5A-495B-BDDC-22786AACBD60}" type="pres">
      <dgm:prSet presAssocID="{A0044ACB-72DC-4C75-A7F3-245F6571475B}" presName="compNode" presStyleCnt="0"/>
      <dgm:spPr/>
    </dgm:pt>
    <dgm:pt modelId="{ED787EA0-239B-4D66-88E3-F3D7CFD91B5E}" type="pres">
      <dgm:prSet presAssocID="{A0044ACB-72DC-4C75-A7F3-245F6571475B}" presName="bgRect" presStyleLbl="bgShp" presStyleIdx="0" presStyleCnt="3"/>
      <dgm:spPr/>
    </dgm:pt>
    <dgm:pt modelId="{E2510BE2-0EE5-4AA6-B909-F05E90BEE9D9}" type="pres">
      <dgm:prSet presAssocID="{A0044ACB-72DC-4C75-A7F3-245F6571475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2DA9AF54-4118-47C8-9A24-FE92B1C924D9}" type="pres">
      <dgm:prSet presAssocID="{A0044ACB-72DC-4C75-A7F3-245F6571475B}" presName="spaceRect" presStyleCnt="0"/>
      <dgm:spPr/>
    </dgm:pt>
    <dgm:pt modelId="{40061B54-2644-40B6-9E6C-9B7494657342}" type="pres">
      <dgm:prSet presAssocID="{A0044ACB-72DC-4C75-A7F3-245F6571475B}" presName="parTx" presStyleLbl="revTx" presStyleIdx="0" presStyleCnt="3">
        <dgm:presLayoutVars>
          <dgm:chMax val="0"/>
          <dgm:chPref val="0"/>
        </dgm:presLayoutVars>
      </dgm:prSet>
      <dgm:spPr/>
    </dgm:pt>
    <dgm:pt modelId="{766E1D53-928B-48FE-9331-BA09A0A5242A}" type="pres">
      <dgm:prSet presAssocID="{6C416672-1726-4F40-8C07-EDCF2529FD91}" presName="sibTrans" presStyleCnt="0"/>
      <dgm:spPr/>
    </dgm:pt>
    <dgm:pt modelId="{C14B5CA6-688B-4B7C-B50E-8EC3B98F5D29}" type="pres">
      <dgm:prSet presAssocID="{068129C2-1D24-4DE1-99F0-F83A118AE6DB}" presName="compNode" presStyleCnt="0"/>
      <dgm:spPr/>
    </dgm:pt>
    <dgm:pt modelId="{54895700-A849-424F-A883-577100AFB660}" type="pres">
      <dgm:prSet presAssocID="{068129C2-1D24-4DE1-99F0-F83A118AE6DB}" presName="bgRect" presStyleLbl="bgShp" presStyleIdx="1" presStyleCnt="3"/>
      <dgm:spPr/>
    </dgm:pt>
    <dgm:pt modelId="{A38C7E6E-9932-4EED-9FA5-EDB223D66A26}" type="pres">
      <dgm:prSet presAssocID="{068129C2-1D24-4DE1-99F0-F83A118AE6D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ch"/>
        </a:ext>
      </dgm:extLst>
    </dgm:pt>
    <dgm:pt modelId="{00C08D68-8539-4B25-8118-7F60FC536AF7}" type="pres">
      <dgm:prSet presAssocID="{068129C2-1D24-4DE1-99F0-F83A118AE6DB}" presName="spaceRect" presStyleCnt="0"/>
      <dgm:spPr/>
    </dgm:pt>
    <dgm:pt modelId="{46CC6441-5A34-424B-B5BB-ED8384C0898F}" type="pres">
      <dgm:prSet presAssocID="{068129C2-1D24-4DE1-99F0-F83A118AE6DB}" presName="parTx" presStyleLbl="revTx" presStyleIdx="1" presStyleCnt="3">
        <dgm:presLayoutVars>
          <dgm:chMax val="0"/>
          <dgm:chPref val="0"/>
        </dgm:presLayoutVars>
      </dgm:prSet>
      <dgm:spPr/>
    </dgm:pt>
    <dgm:pt modelId="{8E9AF2AD-C965-4740-8FE6-28DDFA8A9EEF}" type="pres">
      <dgm:prSet presAssocID="{616F4577-211E-4EF4-9A58-CF75CF22D5DF}" presName="sibTrans" presStyleCnt="0"/>
      <dgm:spPr/>
    </dgm:pt>
    <dgm:pt modelId="{DC64C01E-C625-456A-B4C3-26E970749051}" type="pres">
      <dgm:prSet presAssocID="{35644FA9-248F-4F0F-8B42-E08CEFB824B6}" presName="compNode" presStyleCnt="0"/>
      <dgm:spPr/>
    </dgm:pt>
    <dgm:pt modelId="{FD52139A-3A59-446F-ADD9-6E8D9F569913}" type="pres">
      <dgm:prSet presAssocID="{35644FA9-248F-4F0F-8B42-E08CEFB824B6}" presName="bgRect" presStyleLbl="bgShp" presStyleIdx="2" presStyleCnt="3"/>
      <dgm:spPr/>
    </dgm:pt>
    <dgm:pt modelId="{5165909E-0E2A-4AED-A2BF-F9E4B17A3204}" type="pres">
      <dgm:prSet presAssocID="{35644FA9-248F-4F0F-8B42-E08CEFB824B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715CC0A3-FC8D-4C1A-86E7-49926820C60D}" type="pres">
      <dgm:prSet presAssocID="{35644FA9-248F-4F0F-8B42-E08CEFB824B6}" presName="spaceRect" presStyleCnt="0"/>
      <dgm:spPr/>
    </dgm:pt>
    <dgm:pt modelId="{D56F2B1A-0D08-4EC2-AA8F-0F908338BA42}" type="pres">
      <dgm:prSet presAssocID="{35644FA9-248F-4F0F-8B42-E08CEFB824B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4AB2D41-55D4-47E4-B12E-72704F41B764}" type="presOf" srcId="{35644FA9-248F-4F0F-8B42-E08CEFB824B6}" destId="{D56F2B1A-0D08-4EC2-AA8F-0F908338BA42}" srcOrd="0" destOrd="0" presId="urn:microsoft.com/office/officeart/2018/2/layout/IconVerticalSolidList"/>
    <dgm:cxn modelId="{3D727D82-3730-4204-B96F-348B6FA9A119}" srcId="{9E8B1B55-4960-4AA9-AC53-E0D7AD82407F}" destId="{068129C2-1D24-4DE1-99F0-F83A118AE6DB}" srcOrd="1" destOrd="0" parTransId="{8339F461-8A2E-4D58-8917-AFCBCD3650F2}" sibTransId="{616F4577-211E-4EF4-9A58-CF75CF22D5DF}"/>
    <dgm:cxn modelId="{C9CBD38F-470D-40DA-82D4-052941C23EE3}" srcId="{9E8B1B55-4960-4AA9-AC53-E0D7AD82407F}" destId="{35644FA9-248F-4F0F-8B42-E08CEFB824B6}" srcOrd="2" destOrd="0" parTransId="{11E1F930-7659-43A2-BF23-1AC38601F159}" sibTransId="{2CEE787D-DCDE-4549-A77A-251537DF8856}"/>
    <dgm:cxn modelId="{A126FA93-8D4C-4515-82E6-FD908E24FF85}" type="presOf" srcId="{068129C2-1D24-4DE1-99F0-F83A118AE6DB}" destId="{46CC6441-5A34-424B-B5BB-ED8384C0898F}" srcOrd="0" destOrd="0" presId="urn:microsoft.com/office/officeart/2018/2/layout/IconVerticalSolidList"/>
    <dgm:cxn modelId="{81553798-6CFA-4B74-9530-69055C05D715}" srcId="{9E8B1B55-4960-4AA9-AC53-E0D7AD82407F}" destId="{A0044ACB-72DC-4C75-A7F3-245F6571475B}" srcOrd="0" destOrd="0" parTransId="{2D72501D-294B-4CC3-960F-85DC90E48B0F}" sibTransId="{6C416672-1726-4F40-8C07-EDCF2529FD91}"/>
    <dgm:cxn modelId="{6A681DC6-C3FD-41F5-A72A-2A19898492AB}" type="presOf" srcId="{9E8B1B55-4960-4AA9-AC53-E0D7AD82407F}" destId="{ACF0702E-17D7-4A5C-B407-FE4E03C97575}" srcOrd="0" destOrd="0" presId="urn:microsoft.com/office/officeart/2018/2/layout/IconVerticalSolidList"/>
    <dgm:cxn modelId="{4F5063F3-E004-4209-A0AE-36CC8CA367D8}" type="presOf" srcId="{A0044ACB-72DC-4C75-A7F3-245F6571475B}" destId="{40061B54-2644-40B6-9E6C-9B7494657342}" srcOrd="0" destOrd="0" presId="urn:microsoft.com/office/officeart/2018/2/layout/IconVerticalSolidList"/>
    <dgm:cxn modelId="{7617C123-C08E-4458-A8FE-F80654D06A56}" type="presParOf" srcId="{ACF0702E-17D7-4A5C-B407-FE4E03C97575}" destId="{4B72E749-8F5A-495B-BDDC-22786AACBD60}" srcOrd="0" destOrd="0" presId="urn:microsoft.com/office/officeart/2018/2/layout/IconVerticalSolidList"/>
    <dgm:cxn modelId="{D526BBCA-4371-4377-9676-5C8537A35705}" type="presParOf" srcId="{4B72E749-8F5A-495B-BDDC-22786AACBD60}" destId="{ED787EA0-239B-4D66-88E3-F3D7CFD91B5E}" srcOrd="0" destOrd="0" presId="urn:microsoft.com/office/officeart/2018/2/layout/IconVerticalSolidList"/>
    <dgm:cxn modelId="{AC3EB200-7108-4852-B41E-ED0C02F005B2}" type="presParOf" srcId="{4B72E749-8F5A-495B-BDDC-22786AACBD60}" destId="{E2510BE2-0EE5-4AA6-B909-F05E90BEE9D9}" srcOrd="1" destOrd="0" presId="urn:microsoft.com/office/officeart/2018/2/layout/IconVerticalSolidList"/>
    <dgm:cxn modelId="{54E534EC-DA4A-4FAC-9392-125C66D0A015}" type="presParOf" srcId="{4B72E749-8F5A-495B-BDDC-22786AACBD60}" destId="{2DA9AF54-4118-47C8-9A24-FE92B1C924D9}" srcOrd="2" destOrd="0" presId="urn:microsoft.com/office/officeart/2018/2/layout/IconVerticalSolidList"/>
    <dgm:cxn modelId="{9F5BE86D-E93E-4B8B-B7F3-792B1C03CD43}" type="presParOf" srcId="{4B72E749-8F5A-495B-BDDC-22786AACBD60}" destId="{40061B54-2644-40B6-9E6C-9B7494657342}" srcOrd="3" destOrd="0" presId="urn:microsoft.com/office/officeart/2018/2/layout/IconVerticalSolidList"/>
    <dgm:cxn modelId="{EAB04B50-8E73-433A-A634-5F0B25EFF35E}" type="presParOf" srcId="{ACF0702E-17D7-4A5C-B407-FE4E03C97575}" destId="{766E1D53-928B-48FE-9331-BA09A0A5242A}" srcOrd="1" destOrd="0" presId="urn:microsoft.com/office/officeart/2018/2/layout/IconVerticalSolidList"/>
    <dgm:cxn modelId="{06B73A9A-3664-4AAD-94D1-0DAB536C9584}" type="presParOf" srcId="{ACF0702E-17D7-4A5C-B407-FE4E03C97575}" destId="{C14B5CA6-688B-4B7C-B50E-8EC3B98F5D29}" srcOrd="2" destOrd="0" presId="urn:microsoft.com/office/officeart/2018/2/layout/IconVerticalSolidList"/>
    <dgm:cxn modelId="{F7059A8B-99BC-4D1F-8723-058006CEA8EE}" type="presParOf" srcId="{C14B5CA6-688B-4B7C-B50E-8EC3B98F5D29}" destId="{54895700-A849-424F-A883-577100AFB660}" srcOrd="0" destOrd="0" presId="urn:microsoft.com/office/officeart/2018/2/layout/IconVerticalSolidList"/>
    <dgm:cxn modelId="{FF84937C-1066-4D3B-8FB8-D9741B759DC1}" type="presParOf" srcId="{C14B5CA6-688B-4B7C-B50E-8EC3B98F5D29}" destId="{A38C7E6E-9932-4EED-9FA5-EDB223D66A26}" srcOrd="1" destOrd="0" presId="urn:microsoft.com/office/officeart/2018/2/layout/IconVerticalSolidList"/>
    <dgm:cxn modelId="{FC829D7A-F24C-4945-90DE-3551FA0CC086}" type="presParOf" srcId="{C14B5CA6-688B-4B7C-B50E-8EC3B98F5D29}" destId="{00C08D68-8539-4B25-8118-7F60FC536AF7}" srcOrd="2" destOrd="0" presId="urn:microsoft.com/office/officeart/2018/2/layout/IconVerticalSolidList"/>
    <dgm:cxn modelId="{6509E266-99C8-4253-BAB1-B8D87CEBDC1D}" type="presParOf" srcId="{C14B5CA6-688B-4B7C-B50E-8EC3B98F5D29}" destId="{46CC6441-5A34-424B-B5BB-ED8384C0898F}" srcOrd="3" destOrd="0" presId="urn:microsoft.com/office/officeart/2018/2/layout/IconVerticalSolidList"/>
    <dgm:cxn modelId="{6B72891A-2437-46D1-8AB0-C07E6993A1E0}" type="presParOf" srcId="{ACF0702E-17D7-4A5C-B407-FE4E03C97575}" destId="{8E9AF2AD-C965-4740-8FE6-28DDFA8A9EEF}" srcOrd="3" destOrd="0" presId="urn:microsoft.com/office/officeart/2018/2/layout/IconVerticalSolidList"/>
    <dgm:cxn modelId="{7815845C-4359-432B-B569-F83AC6E64902}" type="presParOf" srcId="{ACF0702E-17D7-4A5C-B407-FE4E03C97575}" destId="{DC64C01E-C625-456A-B4C3-26E970749051}" srcOrd="4" destOrd="0" presId="urn:microsoft.com/office/officeart/2018/2/layout/IconVerticalSolidList"/>
    <dgm:cxn modelId="{42D4186B-7DA0-419E-9703-484EF7D20C54}" type="presParOf" srcId="{DC64C01E-C625-456A-B4C3-26E970749051}" destId="{FD52139A-3A59-446F-ADD9-6E8D9F569913}" srcOrd="0" destOrd="0" presId="urn:microsoft.com/office/officeart/2018/2/layout/IconVerticalSolidList"/>
    <dgm:cxn modelId="{7412BC76-8E2D-4323-B309-E0BD2069406D}" type="presParOf" srcId="{DC64C01E-C625-456A-B4C3-26E970749051}" destId="{5165909E-0E2A-4AED-A2BF-F9E4B17A3204}" srcOrd="1" destOrd="0" presId="urn:microsoft.com/office/officeart/2018/2/layout/IconVerticalSolidList"/>
    <dgm:cxn modelId="{6664B16B-648C-43CB-9E33-8A29FB90BA88}" type="presParOf" srcId="{DC64C01E-C625-456A-B4C3-26E970749051}" destId="{715CC0A3-FC8D-4C1A-86E7-49926820C60D}" srcOrd="2" destOrd="0" presId="urn:microsoft.com/office/officeart/2018/2/layout/IconVerticalSolidList"/>
    <dgm:cxn modelId="{B00DDC88-4B6B-4BA4-8E8D-224ACB7F87DE}" type="presParOf" srcId="{DC64C01E-C625-456A-B4C3-26E970749051}" destId="{D56F2B1A-0D08-4EC2-AA8F-0F908338BA4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3F54BF-ED24-448D-9265-AB9F4DF5B3F8}">
      <dsp:nvSpPr>
        <dsp:cNvPr id="0" name=""/>
        <dsp:cNvSpPr/>
      </dsp:nvSpPr>
      <dsp:spPr>
        <a:xfrm>
          <a:off x="0" y="156318"/>
          <a:ext cx="4869656" cy="397251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Programming Language: Python</a:t>
          </a:r>
        </a:p>
      </dsp:txBody>
      <dsp:txXfrm>
        <a:off x="19392" y="175710"/>
        <a:ext cx="4830872" cy="358467"/>
      </dsp:txXfrm>
    </dsp:sp>
    <dsp:sp modelId="{CF02DB0B-1BF2-427E-BAE9-8288E48E17F7}">
      <dsp:nvSpPr>
        <dsp:cNvPr id="0" name=""/>
        <dsp:cNvSpPr/>
      </dsp:nvSpPr>
      <dsp:spPr>
        <a:xfrm>
          <a:off x="0" y="553570"/>
          <a:ext cx="4869656" cy="165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12700" rIns="71120" bIns="1270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800" kern="1200"/>
            <a:t>Version: 3.9</a:t>
          </a:r>
        </a:p>
      </dsp:txBody>
      <dsp:txXfrm>
        <a:off x="0" y="553570"/>
        <a:ext cx="4869656" cy="165600"/>
      </dsp:txXfrm>
    </dsp:sp>
    <dsp:sp modelId="{7EF1D727-620D-4326-98E8-2853AE37D2DF}">
      <dsp:nvSpPr>
        <dsp:cNvPr id="0" name=""/>
        <dsp:cNvSpPr/>
      </dsp:nvSpPr>
      <dsp:spPr>
        <a:xfrm>
          <a:off x="0" y="719170"/>
          <a:ext cx="4869656" cy="397251"/>
        </a:xfrm>
        <a:prstGeom prst="roundRect">
          <a:avLst/>
        </a:prstGeom>
        <a:solidFill>
          <a:schemeClr val="accent5">
            <a:hueOff val="455798"/>
            <a:satOff val="-4524"/>
            <a:lumOff val="131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Framework: Django</a:t>
          </a:r>
        </a:p>
      </dsp:txBody>
      <dsp:txXfrm>
        <a:off x="19392" y="738562"/>
        <a:ext cx="4830872" cy="358467"/>
      </dsp:txXfrm>
    </dsp:sp>
    <dsp:sp modelId="{37E3F2F7-841C-4E01-A789-AEED7EC7EBE6}">
      <dsp:nvSpPr>
        <dsp:cNvPr id="0" name=""/>
        <dsp:cNvSpPr/>
      </dsp:nvSpPr>
      <dsp:spPr>
        <a:xfrm>
          <a:off x="0" y="1145221"/>
          <a:ext cx="4869656" cy="397251"/>
        </a:xfrm>
        <a:prstGeom prst="roundRect">
          <a:avLst/>
        </a:prstGeom>
        <a:solidFill>
          <a:schemeClr val="accent5">
            <a:hueOff val="911596"/>
            <a:satOff val="-9048"/>
            <a:lumOff val="2633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Django is a high-level, free and open-source, Python Web framework that encourages rapid development and clean, pragmatic design.</a:t>
          </a:r>
        </a:p>
      </dsp:txBody>
      <dsp:txXfrm>
        <a:off x="19392" y="1164613"/>
        <a:ext cx="4830872" cy="358467"/>
      </dsp:txXfrm>
    </dsp:sp>
    <dsp:sp modelId="{02E2ACFE-2A9A-409D-BA31-16DF146E317C}">
      <dsp:nvSpPr>
        <dsp:cNvPr id="0" name=""/>
        <dsp:cNvSpPr/>
      </dsp:nvSpPr>
      <dsp:spPr>
        <a:xfrm>
          <a:off x="0" y="1571273"/>
          <a:ext cx="4869656" cy="397251"/>
        </a:xfrm>
        <a:prstGeom prst="roundRect">
          <a:avLst/>
        </a:prstGeom>
        <a:solidFill>
          <a:schemeClr val="accent5">
            <a:hueOff val="1367395"/>
            <a:satOff val="-13572"/>
            <a:lumOff val="3949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Django makes it easier to build better Web apps more quickly and with less code.</a:t>
          </a:r>
        </a:p>
      </dsp:txBody>
      <dsp:txXfrm>
        <a:off x="19392" y="1590665"/>
        <a:ext cx="4830872" cy="358467"/>
      </dsp:txXfrm>
    </dsp:sp>
    <dsp:sp modelId="{35893984-A34A-44D9-9B02-1E2D76914602}">
      <dsp:nvSpPr>
        <dsp:cNvPr id="0" name=""/>
        <dsp:cNvSpPr/>
      </dsp:nvSpPr>
      <dsp:spPr>
        <a:xfrm>
          <a:off x="0" y="1997325"/>
          <a:ext cx="4869656" cy="397251"/>
        </a:xfrm>
        <a:prstGeom prst="roundRect">
          <a:avLst/>
        </a:prstGeom>
        <a:solidFill>
          <a:schemeClr val="accent5">
            <a:hueOff val="1823193"/>
            <a:satOff val="-18096"/>
            <a:lumOff val="5266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Database: PostgreSQL</a:t>
          </a:r>
        </a:p>
      </dsp:txBody>
      <dsp:txXfrm>
        <a:off x="19392" y="2016717"/>
        <a:ext cx="4830872" cy="358467"/>
      </dsp:txXfrm>
    </dsp:sp>
    <dsp:sp modelId="{23D608D8-2861-400A-BECC-57A3E843E4B1}">
      <dsp:nvSpPr>
        <dsp:cNvPr id="0" name=""/>
        <dsp:cNvSpPr/>
      </dsp:nvSpPr>
      <dsp:spPr>
        <a:xfrm>
          <a:off x="0" y="2423376"/>
          <a:ext cx="4869656" cy="397251"/>
        </a:xfrm>
        <a:prstGeom prst="roundRect">
          <a:avLst/>
        </a:prstGeom>
        <a:solidFill>
          <a:schemeClr val="accent5">
            <a:hueOff val="2278991"/>
            <a:satOff val="-22620"/>
            <a:lumOff val="6582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PostgreSQL is a powerful, open-source object-relational database system.</a:t>
          </a:r>
        </a:p>
      </dsp:txBody>
      <dsp:txXfrm>
        <a:off x="19392" y="2442768"/>
        <a:ext cx="4830872" cy="358467"/>
      </dsp:txXfrm>
    </dsp:sp>
    <dsp:sp modelId="{608B5A12-7538-422A-97CD-B7A843D3DD5C}">
      <dsp:nvSpPr>
        <dsp:cNvPr id="0" name=""/>
        <dsp:cNvSpPr/>
      </dsp:nvSpPr>
      <dsp:spPr>
        <a:xfrm>
          <a:off x="0" y="2849428"/>
          <a:ext cx="4869656" cy="397251"/>
        </a:xfrm>
        <a:prstGeom prst="roundRect">
          <a:avLst/>
        </a:prstGeom>
        <a:solidFill>
          <a:schemeClr val="accent5">
            <a:hueOff val="2734789"/>
            <a:satOff val="-27144"/>
            <a:lumOff val="7899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HTML, CSS, Bootstrap</a:t>
          </a:r>
        </a:p>
      </dsp:txBody>
      <dsp:txXfrm>
        <a:off x="19392" y="2868820"/>
        <a:ext cx="4830872" cy="358467"/>
      </dsp:txXfrm>
    </dsp:sp>
    <dsp:sp modelId="{35022582-6CCC-4334-81A1-3AA7392E0C58}">
      <dsp:nvSpPr>
        <dsp:cNvPr id="0" name=""/>
        <dsp:cNvSpPr/>
      </dsp:nvSpPr>
      <dsp:spPr>
        <a:xfrm>
          <a:off x="0" y="3275479"/>
          <a:ext cx="4869656" cy="397251"/>
        </a:xfrm>
        <a:prstGeom prst="roundRect">
          <a:avLst/>
        </a:prstGeom>
        <a:solidFill>
          <a:schemeClr val="accent5">
            <a:hueOff val="3190587"/>
            <a:satOff val="-31668"/>
            <a:lumOff val="9215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For front end design.</a:t>
          </a:r>
        </a:p>
      </dsp:txBody>
      <dsp:txXfrm>
        <a:off x="19392" y="3294871"/>
        <a:ext cx="4830872" cy="35846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3C74C6-5BF5-4CDC-9CF2-4597EBA3BFD6}">
      <dsp:nvSpPr>
        <dsp:cNvPr id="0" name=""/>
        <dsp:cNvSpPr/>
      </dsp:nvSpPr>
      <dsp:spPr>
        <a:xfrm>
          <a:off x="0" y="467"/>
          <a:ext cx="4869656" cy="109374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ACF1D4-F419-43B9-B860-BD297F9013D1}">
      <dsp:nvSpPr>
        <dsp:cNvPr id="0" name=""/>
        <dsp:cNvSpPr/>
      </dsp:nvSpPr>
      <dsp:spPr>
        <a:xfrm>
          <a:off x="330858" y="246560"/>
          <a:ext cx="601560" cy="60156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9B696-5FD9-4424-BFF7-E5A4331BC9D4}">
      <dsp:nvSpPr>
        <dsp:cNvPr id="0" name=""/>
        <dsp:cNvSpPr/>
      </dsp:nvSpPr>
      <dsp:spPr>
        <a:xfrm>
          <a:off x="1263278" y="467"/>
          <a:ext cx="2191345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Programming Language: Python</a:t>
          </a:r>
        </a:p>
      </dsp:txBody>
      <dsp:txXfrm>
        <a:off x="1263278" y="467"/>
        <a:ext cx="2191345" cy="1093747"/>
      </dsp:txXfrm>
    </dsp:sp>
    <dsp:sp modelId="{1CBB7D2E-5ECF-45C6-92B8-B74BDC972ED9}">
      <dsp:nvSpPr>
        <dsp:cNvPr id="0" name=""/>
        <dsp:cNvSpPr/>
      </dsp:nvSpPr>
      <dsp:spPr>
        <a:xfrm>
          <a:off x="3454623" y="467"/>
          <a:ext cx="1415032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Version: 3.9</a:t>
          </a:r>
        </a:p>
      </dsp:txBody>
      <dsp:txXfrm>
        <a:off x="3454623" y="467"/>
        <a:ext cx="1415032" cy="1093747"/>
      </dsp:txXfrm>
    </dsp:sp>
    <dsp:sp modelId="{748EA741-58AD-4410-9F32-A313BC75368C}">
      <dsp:nvSpPr>
        <dsp:cNvPr id="0" name=""/>
        <dsp:cNvSpPr/>
      </dsp:nvSpPr>
      <dsp:spPr>
        <a:xfrm>
          <a:off x="0" y="1367651"/>
          <a:ext cx="4869656" cy="109374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54D8CC-A4A6-4BC7-AF0A-4392858E16F4}">
      <dsp:nvSpPr>
        <dsp:cNvPr id="0" name=""/>
        <dsp:cNvSpPr/>
      </dsp:nvSpPr>
      <dsp:spPr>
        <a:xfrm>
          <a:off x="330858" y="1613744"/>
          <a:ext cx="601560" cy="60156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8AD75F-1413-446D-B66C-2D708FED9A36}">
      <dsp:nvSpPr>
        <dsp:cNvPr id="0" name=""/>
        <dsp:cNvSpPr/>
      </dsp:nvSpPr>
      <dsp:spPr>
        <a:xfrm>
          <a:off x="1263278" y="1367651"/>
          <a:ext cx="3606377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Framework: Django</a:t>
          </a:r>
        </a:p>
      </dsp:txBody>
      <dsp:txXfrm>
        <a:off x="1263278" y="1367651"/>
        <a:ext cx="3606377" cy="1093747"/>
      </dsp:txXfrm>
    </dsp:sp>
    <dsp:sp modelId="{7E5660D6-3F2C-4535-AFF1-F00047D85A51}">
      <dsp:nvSpPr>
        <dsp:cNvPr id="0" name=""/>
        <dsp:cNvSpPr/>
      </dsp:nvSpPr>
      <dsp:spPr>
        <a:xfrm>
          <a:off x="0" y="2734835"/>
          <a:ext cx="4869656" cy="109374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F9B602-494D-4324-BAC3-096E0F72E924}">
      <dsp:nvSpPr>
        <dsp:cNvPr id="0" name=""/>
        <dsp:cNvSpPr/>
      </dsp:nvSpPr>
      <dsp:spPr>
        <a:xfrm>
          <a:off x="330858" y="2980928"/>
          <a:ext cx="601560" cy="60156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B0E29-4E9B-4EE4-95E0-FD602E6598AA}">
      <dsp:nvSpPr>
        <dsp:cNvPr id="0" name=""/>
        <dsp:cNvSpPr/>
      </dsp:nvSpPr>
      <dsp:spPr>
        <a:xfrm>
          <a:off x="1263278" y="2734835"/>
          <a:ext cx="3606377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Database: Postgresql</a:t>
          </a:r>
        </a:p>
      </dsp:txBody>
      <dsp:txXfrm>
        <a:off x="1263278" y="2734835"/>
        <a:ext cx="3606377" cy="109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0A1C30-4F34-45E0-84E7-733D2731D8EB}">
      <dsp:nvSpPr>
        <dsp:cNvPr id="0" name=""/>
        <dsp:cNvSpPr/>
      </dsp:nvSpPr>
      <dsp:spPr>
        <a:xfrm>
          <a:off x="0" y="3158628"/>
          <a:ext cx="6096000" cy="901303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serving python file</a:t>
          </a:r>
        </a:p>
      </dsp:txBody>
      <dsp:txXfrm>
        <a:off x="0" y="3158628"/>
        <a:ext cx="1828800" cy="901303"/>
      </dsp:txXfrm>
    </dsp:sp>
    <dsp:sp modelId="{BAA17C5A-FDFD-48E3-84CE-BEB30A12ABE2}">
      <dsp:nvSpPr>
        <dsp:cNvPr id="0" name=""/>
        <dsp:cNvSpPr/>
      </dsp:nvSpPr>
      <dsp:spPr>
        <a:xfrm>
          <a:off x="0" y="2107108"/>
          <a:ext cx="6096000" cy="901303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Main app</a:t>
          </a:r>
        </a:p>
      </dsp:txBody>
      <dsp:txXfrm>
        <a:off x="0" y="2107108"/>
        <a:ext cx="1828800" cy="901303"/>
      </dsp:txXfrm>
    </dsp:sp>
    <dsp:sp modelId="{3CF259E8-0834-40D2-AE92-16D005540EEA}">
      <dsp:nvSpPr>
        <dsp:cNvPr id="0" name=""/>
        <dsp:cNvSpPr/>
      </dsp:nvSpPr>
      <dsp:spPr>
        <a:xfrm>
          <a:off x="0" y="1055588"/>
          <a:ext cx="6096000" cy="901303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HTML Files</a:t>
          </a:r>
        </a:p>
      </dsp:txBody>
      <dsp:txXfrm>
        <a:off x="0" y="1055588"/>
        <a:ext cx="1828800" cy="901303"/>
      </dsp:txXfrm>
    </dsp:sp>
    <dsp:sp modelId="{E884431F-DB7D-4C80-9C44-FF57C8675BA7}">
      <dsp:nvSpPr>
        <dsp:cNvPr id="0" name=""/>
        <dsp:cNvSpPr/>
      </dsp:nvSpPr>
      <dsp:spPr>
        <a:xfrm>
          <a:off x="0" y="4067"/>
          <a:ext cx="6096000" cy="901303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Base serving directory</a:t>
          </a:r>
        </a:p>
      </dsp:txBody>
      <dsp:txXfrm>
        <a:off x="0" y="4067"/>
        <a:ext cx="1828800" cy="901303"/>
      </dsp:txXfrm>
    </dsp:sp>
    <dsp:sp modelId="{4C05D6E2-E81F-4D19-AD78-2ED17BDBF9E7}">
      <dsp:nvSpPr>
        <dsp:cNvPr id="0" name=""/>
        <dsp:cNvSpPr/>
      </dsp:nvSpPr>
      <dsp:spPr>
        <a:xfrm>
          <a:off x="3338125" y="79176"/>
          <a:ext cx="1126628" cy="751085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Enthusports</a:t>
          </a:r>
        </a:p>
      </dsp:txBody>
      <dsp:txXfrm>
        <a:off x="3360124" y="101175"/>
        <a:ext cx="1082630" cy="707087"/>
      </dsp:txXfrm>
    </dsp:sp>
    <dsp:sp modelId="{E294E603-74F5-4B89-A50D-A25DB78FB139}">
      <dsp:nvSpPr>
        <dsp:cNvPr id="0" name=""/>
        <dsp:cNvSpPr/>
      </dsp:nvSpPr>
      <dsp:spPr>
        <a:xfrm>
          <a:off x="3855720" y="830262"/>
          <a:ext cx="91440" cy="30043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00434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C7852B-E3A6-47E7-BC98-42583A16CE4F}">
      <dsp:nvSpPr>
        <dsp:cNvPr id="0" name=""/>
        <dsp:cNvSpPr/>
      </dsp:nvSpPr>
      <dsp:spPr>
        <a:xfrm>
          <a:off x="3338125" y="1130696"/>
          <a:ext cx="1126628" cy="751085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Templates</a:t>
          </a:r>
        </a:p>
      </dsp:txBody>
      <dsp:txXfrm>
        <a:off x="3360124" y="1152695"/>
        <a:ext cx="1082630" cy="707087"/>
      </dsp:txXfrm>
    </dsp:sp>
    <dsp:sp modelId="{CD84654C-08F8-44BD-98AB-112980F5273F}">
      <dsp:nvSpPr>
        <dsp:cNvPr id="0" name=""/>
        <dsp:cNvSpPr/>
      </dsp:nvSpPr>
      <dsp:spPr>
        <a:xfrm>
          <a:off x="3855720" y="1881782"/>
          <a:ext cx="91440" cy="30043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0043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7B00EE-FD01-4AE9-A545-396CA99D14CA}">
      <dsp:nvSpPr>
        <dsp:cNvPr id="0" name=""/>
        <dsp:cNvSpPr/>
      </dsp:nvSpPr>
      <dsp:spPr>
        <a:xfrm>
          <a:off x="3338125" y="2182217"/>
          <a:ext cx="1126628" cy="751085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Sportiasts</a:t>
          </a:r>
        </a:p>
      </dsp:txBody>
      <dsp:txXfrm>
        <a:off x="3360124" y="2204216"/>
        <a:ext cx="1082630" cy="707087"/>
      </dsp:txXfrm>
    </dsp:sp>
    <dsp:sp modelId="{4D6AED3D-B175-4B51-968E-C0C71A3B7566}">
      <dsp:nvSpPr>
        <dsp:cNvPr id="0" name=""/>
        <dsp:cNvSpPr/>
      </dsp:nvSpPr>
      <dsp:spPr>
        <a:xfrm>
          <a:off x="3855720" y="2933303"/>
          <a:ext cx="91440" cy="30043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0043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477B4A-04D0-4B8C-B318-D3B40C983EF0}">
      <dsp:nvSpPr>
        <dsp:cNvPr id="0" name=""/>
        <dsp:cNvSpPr/>
      </dsp:nvSpPr>
      <dsp:spPr>
        <a:xfrm>
          <a:off x="3338125" y="3233737"/>
          <a:ext cx="1126628" cy="751085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manage.py</a:t>
          </a:r>
        </a:p>
      </dsp:txBody>
      <dsp:txXfrm>
        <a:off x="3360124" y="3255736"/>
        <a:ext cx="1082630" cy="7070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99AC32-9E3C-4E35-8EC9-7BEC9415B3CE}">
      <dsp:nvSpPr>
        <dsp:cNvPr id="0" name=""/>
        <dsp:cNvSpPr/>
      </dsp:nvSpPr>
      <dsp:spPr>
        <a:xfrm>
          <a:off x="0" y="87232"/>
          <a:ext cx="4869656" cy="55165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wsgi.py</a:t>
          </a:r>
        </a:p>
      </dsp:txBody>
      <dsp:txXfrm>
        <a:off x="26930" y="114162"/>
        <a:ext cx="4815796" cy="497795"/>
      </dsp:txXfrm>
    </dsp:sp>
    <dsp:sp modelId="{A11787E0-E97B-4399-8951-FF92BB35A916}">
      <dsp:nvSpPr>
        <dsp:cNvPr id="0" name=""/>
        <dsp:cNvSpPr/>
      </dsp:nvSpPr>
      <dsp:spPr>
        <a:xfrm>
          <a:off x="0" y="638887"/>
          <a:ext cx="4869656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application serving file</a:t>
          </a:r>
        </a:p>
      </dsp:txBody>
      <dsp:txXfrm>
        <a:off x="0" y="638887"/>
        <a:ext cx="4869656" cy="380880"/>
      </dsp:txXfrm>
    </dsp:sp>
    <dsp:sp modelId="{35C23C28-7BA4-4138-9330-5E2A39B6389C}">
      <dsp:nvSpPr>
        <dsp:cNvPr id="0" name=""/>
        <dsp:cNvSpPr/>
      </dsp:nvSpPr>
      <dsp:spPr>
        <a:xfrm>
          <a:off x="0" y="1019767"/>
          <a:ext cx="4869656" cy="551655"/>
        </a:xfrm>
        <a:prstGeom prst="roundRect">
          <a:avLst/>
        </a:prstGeom>
        <a:solidFill>
          <a:schemeClr val="accent5">
            <a:hueOff val="1595294"/>
            <a:satOff val="-15834"/>
            <a:lumOff val="460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urls.py</a:t>
          </a:r>
        </a:p>
      </dsp:txBody>
      <dsp:txXfrm>
        <a:off x="26930" y="1046697"/>
        <a:ext cx="4815796" cy="497795"/>
      </dsp:txXfrm>
    </dsp:sp>
    <dsp:sp modelId="{49AE25FB-CB8B-4344-9FA4-17E9FD6DA1AF}">
      <dsp:nvSpPr>
        <dsp:cNvPr id="0" name=""/>
        <dsp:cNvSpPr/>
      </dsp:nvSpPr>
      <dsp:spPr>
        <a:xfrm>
          <a:off x="0" y="1571422"/>
          <a:ext cx="4869656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url handling file</a:t>
          </a:r>
        </a:p>
      </dsp:txBody>
      <dsp:txXfrm>
        <a:off x="0" y="1571422"/>
        <a:ext cx="4869656" cy="380880"/>
      </dsp:txXfrm>
    </dsp:sp>
    <dsp:sp modelId="{42A1B7BF-725A-4817-8175-2EC1AA08AC82}">
      <dsp:nvSpPr>
        <dsp:cNvPr id="0" name=""/>
        <dsp:cNvSpPr/>
      </dsp:nvSpPr>
      <dsp:spPr>
        <a:xfrm>
          <a:off x="0" y="1952302"/>
          <a:ext cx="4869656" cy="551655"/>
        </a:xfrm>
        <a:prstGeom prst="roundRect">
          <a:avLst/>
        </a:prstGeom>
        <a:solidFill>
          <a:schemeClr val="accent5">
            <a:hueOff val="3190587"/>
            <a:satOff val="-31668"/>
            <a:lumOff val="9215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settings.py</a:t>
          </a:r>
        </a:p>
      </dsp:txBody>
      <dsp:txXfrm>
        <a:off x="26930" y="1979232"/>
        <a:ext cx="4815796" cy="497795"/>
      </dsp:txXfrm>
    </dsp:sp>
    <dsp:sp modelId="{11631B4E-F644-4EC7-AFAA-2ABA7EBA74F6}">
      <dsp:nvSpPr>
        <dsp:cNvPr id="0" name=""/>
        <dsp:cNvSpPr/>
      </dsp:nvSpPr>
      <dsp:spPr>
        <a:xfrm>
          <a:off x="0" y="2503957"/>
          <a:ext cx="4869656" cy="1237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setting file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database setting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hostname setting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directory setting</a:t>
          </a:r>
        </a:p>
      </dsp:txBody>
      <dsp:txXfrm>
        <a:off x="0" y="2503957"/>
        <a:ext cx="4869656" cy="123786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400A5E-2885-4248-A955-7FD80C0B4871}">
      <dsp:nvSpPr>
        <dsp:cNvPr id="0" name=""/>
        <dsp:cNvSpPr/>
      </dsp:nvSpPr>
      <dsp:spPr>
        <a:xfrm>
          <a:off x="0" y="59399"/>
          <a:ext cx="4869656" cy="40774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models.py</a:t>
          </a:r>
        </a:p>
      </dsp:txBody>
      <dsp:txXfrm>
        <a:off x="19904" y="79303"/>
        <a:ext cx="4829848" cy="367937"/>
      </dsp:txXfrm>
    </dsp:sp>
    <dsp:sp modelId="{01EEFCB5-086A-4F47-A594-77EF71695486}">
      <dsp:nvSpPr>
        <dsp:cNvPr id="0" name=""/>
        <dsp:cNvSpPr/>
      </dsp:nvSpPr>
      <dsp:spPr>
        <a:xfrm>
          <a:off x="0" y="467144"/>
          <a:ext cx="4869656" cy="4134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Saving users, events,location as models and add them on database</a:t>
          </a:r>
        </a:p>
      </dsp:txBody>
      <dsp:txXfrm>
        <a:off x="0" y="467144"/>
        <a:ext cx="4869656" cy="413482"/>
      </dsp:txXfrm>
    </dsp:sp>
    <dsp:sp modelId="{54FBB63E-A6B7-4718-9871-D7BAD04D2236}">
      <dsp:nvSpPr>
        <dsp:cNvPr id="0" name=""/>
        <dsp:cNvSpPr/>
      </dsp:nvSpPr>
      <dsp:spPr>
        <a:xfrm>
          <a:off x="0" y="880627"/>
          <a:ext cx="4869656" cy="407745"/>
        </a:xfrm>
        <a:prstGeom prst="roundRect">
          <a:avLst/>
        </a:prstGeom>
        <a:solidFill>
          <a:schemeClr val="accent5">
            <a:hueOff val="797647"/>
            <a:satOff val="-7917"/>
            <a:lumOff val="2304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views.py</a:t>
          </a:r>
        </a:p>
      </dsp:txBody>
      <dsp:txXfrm>
        <a:off x="19904" y="900531"/>
        <a:ext cx="4829848" cy="367937"/>
      </dsp:txXfrm>
    </dsp:sp>
    <dsp:sp modelId="{F66D9CEC-90CD-4CA7-81E9-DDF2DDE70B72}">
      <dsp:nvSpPr>
        <dsp:cNvPr id="0" name=""/>
        <dsp:cNvSpPr/>
      </dsp:nvSpPr>
      <dsp:spPr>
        <a:xfrm>
          <a:off x="0" y="1288372"/>
          <a:ext cx="4869656" cy="4134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calling templates from templates directory and sharing data with them to view on browser</a:t>
          </a:r>
        </a:p>
      </dsp:txBody>
      <dsp:txXfrm>
        <a:off x="0" y="1288372"/>
        <a:ext cx="4869656" cy="413482"/>
      </dsp:txXfrm>
    </dsp:sp>
    <dsp:sp modelId="{63E4CDD0-9100-419D-A9DB-DF210394C0AA}">
      <dsp:nvSpPr>
        <dsp:cNvPr id="0" name=""/>
        <dsp:cNvSpPr/>
      </dsp:nvSpPr>
      <dsp:spPr>
        <a:xfrm>
          <a:off x="0" y="1701854"/>
          <a:ext cx="4869656" cy="407745"/>
        </a:xfrm>
        <a:prstGeom prst="roundRect">
          <a:avLst/>
        </a:prstGeom>
        <a:solidFill>
          <a:schemeClr val="accent5">
            <a:hueOff val="1595294"/>
            <a:satOff val="-15834"/>
            <a:lumOff val="4608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urls.py</a:t>
          </a:r>
        </a:p>
      </dsp:txBody>
      <dsp:txXfrm>
        <a:off x="19904" y="1721758"/>
        <a:ext cx="4829848" cy="367937"/>
      </dsp:txXfrm>
    </dsp:sp>
    <dsp:sp modelId="{06A13EA3-850D-4715-8243-DF33EFBED85F}">
      <dsp:nvSpPr>
        <dsp:cNvPr id="0" name=""/>
        <dsp:cNvSpPr/>
      </dsp:nvSpPr>
      <dsp:spPr>
        <a:xfrm>
          <a:off x="0" y="2109599"/>
          <a:ext cx="4869656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handles urls within the application</a:t>
          </a:r>
        </a:p>
      </dsp:txBody>
      <dsp:txXfrm>
        <a:off x="0" y="2109599"/>
        <a:ext cx="4869656" cy="281520"/>
      </dsp:txXfrm>
    </dsp:sp>
    <dsp:sp modelId="{CBE26821-6C86-4EEA-A3BA-6DD7A830F220}">
      <dsp:nvSpPr>
        <dsp:cNvPr id="0" name=""/>
        <dsp:cNvSpPr/>
      </dsp:nvSpPr>
      <dsp:spPr>
        <a:xfrm>
          <a:off x="0" y="2391119"/>
          <a:ext cx="4869656" cy="407745"/>
        </a:xfrm>
        <a:prstGeom prst="roundRect">
          <a:avLst/>
        </a:prstGeom>
        <a:solidFill>
          <a:schemeClr val="accent5">
            <a:hueOff val="2392940"/>
            <a:satOff val="-23751"/>
            <a:lumOff val="6911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forms.py</a:t>
          </a:r>
        </a:p>
      </dsp:txBody>
      <dsp:txXfrm>
        <a:off x="19904" y="2411023"/>
        <a:ext cx="4829848" cy="367937"/>
      </dsp:txXfrm>
    </dsp:sp>
    <dsp:sp modelId="{873F8EA5-AA35-4CD8-925E-7C20A4DD6876}">
      <dsp:nvSpPr>
        <dsp:cNvPr id="0" name=""/>
        <dsp:cNvSpPr/>
      </dsp:nvSpPr>
      <dsp:spPr>
        <a:xfrm>
          <a:off x="0" y="2798865"/>
          <a:ext cx="4869656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forms handling</a:t>
          </a:r>
        </a:p>
      </dsp:txBody>
      <dsp:txXfrm>
        <a:off x="0" y="2798865"/>
        <a:ext cx="4869656" cy="281520"/>
      </dsp:txXfrm>
    </dsp:sp>
    <dsp:sp modelId="{8682C780-F5DB-4CF4-93BA-45080B1D2F23}">
      <dsp:nvSpPr>
        <dsp:cNvPr id="0" name=""/>
        <dsp:cNvSpPr/>
      </dsp:nvSpPr>
      <dsp:spPr>
        <a:xfrm>
          <a:off x="0" y="3080385"/>
          <a:ext cx="4869656" cy="407745"/>
        </a:xfrm>
        <a:prstGeom prst="roundRect">
          <a:avLst/>
        </a:prstGeom>
        <a:solidFill>
          <a:schemeClr val="accent5">
            <a:hueOff val="3190587"/>
            <a:satOff val="-31668"/>
            <a:lumOff val="9215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admin.py</a:t>
          </a:r>
        </a:p>
      </dsp:txBody>
      <dsp:txXfrm>
        <a:off x="19904" y="3100289"/>
        <a:ext cx="4829848" cy="367937"/>
      </dsp:txXfrm>
    </dsp:sp>
    <dsp:sp modelId="{E3D94D15-1864-4546-949B-6FB02AEDDE29}">
      <dsp:nvSpPr>
        <dsp:cNvPr id="0" name=""/>
        <dsp:cNvSpPr/>
      </dsp:nvSpPr>
      <dsp:spPr>
        <a:xfrm>
          <a:off x="0" y="3488130"/>
          <a:ext cx="4869656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adding models in admin panel</a:t>
          </a:r>
        </a:p>
      </dsp:txBody>
      <dsp:txXfrm>
        <a:off x="0" y="3488130"/>
        <a:ext cx="4869656" cy="28152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42FCC7-1D23-4DB5-8337-22EC5D1C587D}">
      <dsp:nvSpPr>
        <dsp:cNvPr id="0" name=""/>
        <dsp:cNvSpPr/>
      </dsp:nvSpPr>
      <dsp:spPr>
        <a:xfrm>
          <a:off x="2752" y="0"/>
          <a:ext cx="2647360" cy="3039054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Users</a:t>
          </a:r>
        </a:p>
      </dsp:txBody>
      <dsp:txXfrm>
        <a:off x="2752" y="0"/>
        <a:ext cx="2647360" cy="911716"/>
      </dsp:txXfrm>
    </dsp:sp>
    <dsp:sp modelId="{1F555D24-2B4C-44FC-B79D-9D1260D42C26}">
      <dsp:nvSpPr>
        <dsp:cNvPr id="0" name=""/>
        <dsp:cNvSpPr/>
      </dsp:nvSpPr>
      <dsp:spPr>
        <a:xfrm>
          <a:off x="267488" y="911936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User id </a:t>
          </a:r>
        </a:p>
      </dsp:txBody>
      <dsp:txXfrm>
        <a:off x="276034" y="920482"/>
        <a:ext cx="2100796" cy="274682"/>
      </dsp:txXfrm>
    </dsp:sp>
    <dsp:sp modelId="{404CD83B-AC74-4FA1-9E71-793D57710D4F}">
      <dsp:nvSpPr>
        <dsp:cNvPr id="0" name=""/>
        <dsp:cNvSpPr/>
      </dsp:nvSpPr>
      <dsp:spPr>
        <a:xfrm>
          <a:off x="267488" y="1248599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Username</a:t>
          </a:r>
        </a:p>
      </dsp:txBody>
      <dsp:txXfrm>
        <a:off x="276034" y="1257145"/>
        <a:ext cx="2100796" cy="274682"/>
      </dsp:txXfrm>
    </dsp:sp>
    <dsp:sp modelId="{ACA7AC36-323C-42E1-9818-91C941AEA04B}">
      <dsp:nvSpPr>
        <dsp:cNvPr id="0" name=""/>
        <dsp:cNvSpPr/>
      </dsp:nvSpPr>
      <dsp:spPr>
        <a:xfrm>
          <a:off x="267488" y="1562797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Icon</a:t>
          </a:r>
        </a:p>
      </dsp:txBody>
      <dsp:txXfrm>
        <a:off x="276034" y="1571343"/>
        <a:ext cx="2100796" cy="274682"/>
      </dsp:txXfrm>
    </dsp:sp>
    <dsp:sp modelId="{F7F417A3-0986-4A3C-9D86-990355455BC5}">
      <dsp:nvSpPr>
        <dsp:cNvPr id="0" name=""/>
        <dsp:cNvSpPr/>
      </dsp:nvSpPr>
      <dsp:spPr>
        <a:xfrm>
          <a:off x="267488" y="1899460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Created events </a:t>
          </a:r>
        </a:p>
      </dsp:txBody>
      <dsp:txXfrm>
        <a:off x="276034" y="1908006"/>
        <a:ext cx="2100796" cy="274682"/>
      </dsp:txXfrm>
    </dsp:sp>
    <dsp:sp modelId="{61DB0AD6-5CCF-47C9-8A30-B47139B21DCF}">
      <dsp:nvSpPr>
        <dsp:cNvPr id="0" name=""/>
        <dsp:cNvSpPr/>
      </dsp:nvSpPr>
      <dsp:spPr>
        <a:xfrm>
          <a:off x="267488" y="2236123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Joined events </a:t>
          </a:r>
        </a:p>
      </dsp:txBody>
      <dsp:txXfrm>
        <a:off x="276034" y="2244669"/>
        <a:ext cx="2100796" cy="274682"/>
      </dsp:txXfrm>
    </dsp:sp>
    <dsp:sp modelId="{95C3CD60-612A-445C-8945-1A90DEA5FB2D}">
      <dsp:nvSpPr>
        <dsp:cNvPr id="0" name=""/>
        <dsp:cNvSpPr/>
      </dsp:nvSpPr>
      <dsp:spPr>
        <a:xfrm>
          <a:off x="267488" y="2572786"/>
          <a:ext cx="2117888" cy="291774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Friends</a:t>
          </a:r>
        </a:p>
      </dsp:txBody>
      <dsp:txXfrm>
        <a:off x="276034" y="2581332"/>
        <a:ext cx="2100796" cy="274682"/>
      </dsp:txXfrm>
    </dsp:sp>
    <dsp:sp modelId="{E5E57B1A-C299-4727-8300-37CCB54B376C}">
      <dsp:nvSpPr>
        <dsp:cNvPr id="0" name=""/>
        <dsp:cNvSpPr/>
      </dsp:nvSpPr>
      <dsp:spPr>
        <a:xfrm>
          <a:off x="2848665" y="0"/>
          <a:ext cx="2647360" cy="3039054"/>
        </a:xfrm>
        <a:prstGeom prst="roundRect">
          <a:avLst>
            <a:gd name="adj" fmla="val 10000"/>
          </a:avLst>
        </a:prstGeom>
        <a:solidFill>
          <a:schemeClr val="accent5">
            <a:lumMod val="40000"/>
            <a:lumOff val="6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Events</a:t>
          </a:r>
        </a:p>
      </dsp:txBody>
      <dsp:txXfrm>
        <a:off x="2848665" y="0"/>
        <a:ext cx="2647360" cy="911716"/>
      </dsp:txXfrm>
    </dsp:sp>
    <dsp:sp modelId="{4D4DAFA4-C90B-466E-868F-E1AA5D67BB5B}">
      <dsp:nvSpPr>
        <dsp:cNvPr id="0" name=""/>
        <dsp:cNvSpPr/>
      </dsp:nvSpPr>
      <dsp:spPr>
        <a:xfrm>
          <a:off x="3113401" y="891178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Title</a:t>
          </a:r>
        </a:p>
      </dsp:txBody>
      <dsp:txXfrm>
        <a:off x="3120690" y="898467"/>
        <a:ext cx="2103310" cy="234274"/>
      </dsp:txXfrm>
    </dsp:sp>
    <dsp:sp modelId="{6EE5D20F-7DA9-46EF-B6BE-34E52C5287EC}">
      <dsp:nvSpPr>
        <dsp:cNvPr id="0" name=""/>
        <dsp:cNvSpPr/>
      </dsp:nvSpPr>
      <dsp:spPr>
        <a:xfrm>
          <a:off x="3113401" y="1178315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Description</a:t>
          </a:r>
        </a:p>
      </dsp:txBody>
      <dsp:txXfrm>
        <a:off x="3120690" y="1185604"/>
        <a:ext cx="2103310" cy="234274"/>
      </dsp:txXfrm>
    </dsp:sp>
    <dsp:sp modelId="{50F8A9DA-AD41-4575-9957-564B090962DE}">
      <dsp:nvSpPr>
        <dsp:cNvPr id="0" name=""/>
        <dsp:cNvSpPr/>
      </dsp:nvSpPr>
      <dsp:spPr>
        <a:xfrm>
          <a:off x="3113401" y="1465453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Location</a:t>
          </a:r>
        </a:p>
      </dsp:txBody>
      <dsp:txXfrm>
        <a:off x="3120690" y="1472742"/>
        <a:ext cx="2103310" cy="234274"/>
      </dsp:txXfrm>
    </dsp:sp>
    <dsp:sp modelId="{00032B8A-B2B5-4A57-AB25-5E5DD88CFD83}">
      <dsp:nvSpPr>
        <dsp:cNvPr id="0" name=""/>
        <dsp:cNvSpPr/>
      </dsp:nvSpPr>
      <dsp:spPr>
        <a:xfrm>
          <a:off x="3113401" y="1752590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Time</a:t>
          </a:r>
        </a:p>
      </dsp:txBody>
      <dsp:txXfrm>
        <a:off x="3120690" y="1759879"/>
        <a:ext cx="2103310" cy="234274"/>
      </dsp:txXfrm>
    </dsp:sp>
    <dsp:sp modelId="{051F8A55-70B1-497F-A7B8-88104897E8DC}">
      <dsp:nvSpPr>
        <dsp:cNvPr id="0" name=""/>
        <dsp:cNvSpPr/>
      </dsp:nvSpPr>
      <dsp:spPr>
        <a:xfrm>
          <a:off x="3113401" y="2039727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Creator</a:t>
          </a:r>
        </a:p>
      </dsp:txBody>
      <dsp:txXfrm>
        <a:off x="3120690" y="2047016"/>
        <a:ext cx="2103310" cy="234274"/>
      </dsp:txXfrm>
    </dsp:sp>
    <dsp:sp modelId="{356083D3-C4BD-4C8E-AEAE-BCC4479C3D08}">
      <dsp:nvSpPr>
        <dsp:cNvPr id="0" name=""/>
        <dsp:cNvSpPr/>
      </dsp:nvSpPr>
      <dsp:spPr>
        <a:xfrm>
          <a:off x="3113401" y="2349257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Participants </a:t>
          </a:r>
        </a:p>
      </dsp:txBody>
      <dsp:txXfrm>
        <a:off x="3120690" y="2356546"/>
        <a:ext cx="2103310" cy="234274"/>
      </dsp:txXfrm>
    </dsp:sp>
    <dsp:sp modelId="{221BABF8-E06C-409C-ACF6-596E0A3EF6EF}">
      <dsp:nvSpPr>
        <dsp:cNvPr id="0" name=""/>
        <dsp:cNvSpPr/>
      </dsp:nvSpPr>
      <dsp:spPr>
        <a:xfrm>
          <a:off x="3113401" y="2636395"/>
          <a:ext cx="2117888" cy="248852"/>
        </a:xfrm>
        <a:prstGeom prst="roundRect">
          <a:avLst>
            <a:gd name="adj" fmla="val 10000"/>
          </a:avLst>
        </a:prstGeom>
        <a:solidFill>
          <a:schemeClr val="accent6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24765" rIns="33020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Groups</a:t>
          </a:r>
        </a:p>
      </dsp:txBody>
      <dsp:txXfrm>
        <a:off x="3120690" y="2643684"/>
        <a:ext cx="2103310" cy="23427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A5F91-0EFA-4DEF-9DB6-BFFD16E722E0}">
      <dsp:nvSpPr>
        <dsp:cNvPr id="0" name=""/>
        <dsp:cNvSpPr/>
      </dsp:nvSpPr>
      <dsp:spPr>
        <a:xfrm>
          <a:off x="0" y="29654"/>
          <a:ext cx="4869656" cy="43173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User</a:t>
          </a:r>
        </a:p>
      </dsp:txBody>
      <dsp:txXfrm>
        <a:off x="21075" y="50729"/>
        <a:ext cx="4827506" cy="389580"/>
      </dsp:txXfrm>
    </dsp:sp>
    <dsp:sp modelId="{1AC0F724-4BC2-429F-98FF-B2B067DCCA07}">
      <dsp:nvSpPr>
        <dsp:cNvPr id="0" name=""/>
        <dsp:cNvSpPr/>
      </dsp:nvSpPr>
      <dsp:spPr>
        <a:xfrm>
          <a:off x="0" y="461384"/>
          <a:ext cx="4869656" cy="16767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Current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Create event 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Join event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Edit owned event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Planned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Send messages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Add user profile</a:t>
          </a:r>
        </a:p>
      </dsp:txBody>
      <dsp:txXfrm>
        <a:off x="0" y="461384"/>
        <a:ext cx="4869656" cy="1676700"/>
      </dsp:txXfrm>
    </dsp:sp>
    <dsp:sp modelId="{FDFB0223-9598-4909-A3CC-AED5FBFC6F6D}">
      <dsp:nvSpPr>
        <dsp:cNvPr id="0" name=""/>
        <dsp:cNvSpPr/>
      </dsp:nvSpPr>
      <dsp:spPr>
        <a:xfrm>
          <a:off x="0" y="2138085"/>
          <a:ext cx="4869656" cy="431730"/>
        </a:xfrm>
        <a:prstGeom prst="roundRect">
          <a:avLst/>
        </a:prstGeom>
        <a:solidFill>
          <a:schemeClr val="accent5">
            <a:hueOff val="3190587"/>
            <a:satOff val="-31668"/>
            <a:lumOff val="9215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Event</a:t>
          </a:r>
        </a:p>
      </dsp:txBody>
      <dsp:txXfrm>
        <a:off x="21075" y="2159160"/>
        <a:ext cx="4827506" cy="389580"/>
      </dsp:txXfrm>
    </dsp:sp>
    <dsp:sp modelId="{E75D6D55-8B22-4BCA-BAFC-A46C809989F8}">
      <dsp:nvSpPr>
        <dsp:cNvPr id="0" name=""/>
        <dsp:cNvSpPr/>
      </dsp:nvSpPr>
      <dsp:spPr>
        <a:xfrm>
          <a:off x="0" y="2569814"/>
          <a:ext cx="4869656" cy="12295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12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Current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Display event info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Planned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Notify participants of changes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Send reminders</a:t>
          </a:r>
        </a:p>
      </dsp:txBody>
      <dsp:txXfrm>
        <a:off x="0" y="2569814"/>
        <a:ext cx="4869656" cy="122958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787EA0-239B-4D66-88E3-F3D7CFD91B5E}">
      <dsp:nvSpPr>
        <dsp:cNvPr id="0" name=""/>
        <dsp:cNvSpPr/>
      </dsp:nvSpPr>
      <dsp:spPr>
        <a:xfrm>
          <a:off x="0" y="467"/>
          <a:ext cx="4869656" cy="10937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510BE2-0EE5-4AA6-B909-F05E90BEE9D9}">
      <dsp:nvSpPr>
        <dsp:cNvPr id="0" name=""/>
        <dsp:cNvSpPr/>
      </dsp:nvSpPr>
      <dsp:spPr>
        <a:xfrm>
          <a:off x="330858" y="246560"/>
          <a:ext cx="601560" cy="60156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061B54-2644-40B6-9E6C-9B7494657342}">
      <dsp:nvSpPr>
        <dsp:cNvPr id="0" name=""/>
        <dsp:cNvSpPr/>
      </dsp:nvSpPr>
      <dsp:spPr>
        <a:xfrm>
          <a:off x="1263278" y="467"/>
          <a:ext cx="3606377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Maps api: To view all available players and event in a specific location</a:t>
          </a:r>
        </a:p>
      </dsp:txBody>
      <dsp:txXfrm>
        <a:off x="1263278" y="467"/>
        <a:ext cx="3606377" cy="1093747"/>
      </dsp:txXfrm>
    </dsp:sp>
    <dsp:sp modelId="{54895700-A849-424F-A883-577100AFB660}">
      <dsp:nvSpPr>
        <dsp:cNvPr id="0" name=""/>
        <dsp:cNvSpPr/>
      </dsp:nvSpPr>
      <dsp:spPr>
        <a:xfrm>
          <a:off x="0" y="1367651"/>
          <a:ext cx="4869656" cy="10937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8C7E6E-9932-4EED-9FA5-EDB223D66A26}">
      <dsp:nvSpPr>
        <dsp:cNvPr id="0" name=""/>
        <dsp:cNvSpPr/>
      </dsp:nvSpPr>
      <dsp:spPr>
        <a:xfrm>
          <a:off x="330858" y="1613744"/>
          <a:ext cx="601560" cy="60156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CC6441-5A34-424B-B5BB-ED8384C0898F}">
      <dsp:nvSpPr>
        <dsp:cNvPr id="0" name=""/>
        <dsp:cNvSpPr/>
      </dsp:nvSpPr>
      <dsp:spPr>
        <a:xfrm>
          <a:off x="1263278" y="1367651"/>
          <a:ext cx="3606377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Group Chat: allow users to message participants of events</a:t>
          </a:r>
        </a:p>
      </dsp:txBody>
      <dsp:txXfrm>
        <a:off x="1263278" y="1367651"/>
        <a:ext cx="3606377" cy="1093747"/>
      </dsp:txXfrm>
    </dsp:sp>
    <dsp:sp modelId="{FD52139A-3A59-446F-ADD9-6E8D9F569913}">
      <dsp:nvSpPr>
        <dsp:cNvPr id="0" name=""/>
        <dsp:cNvSpPr/>
      </dsp:nvSpPr>
      <dsp:spPr>
        <a:xfrm>
          <a:off x="0" y="2734835"/>
          <a:ext cx="4869656" cy="10937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65909E-0E2A-4AED-A2BF-F9E4B17A3204}">
      <dsp:nvSpPr>
        <dsp:cNvPr id="0" name=""/>
        <dsp:cNvSpPr/>
      </dsp:nvSpPr>
      <dsp:spPr>
        <a:xfrm>
          <a:off x="330858" y="2980928"/>
          <a:ext cx="601560" cy="60156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6F2B1A-0D08-4EC2-AA8F-0F908338BA42}">
      <dsp:nvSpPr>
        <dsp:cNvPr id="0" name=""/>
        <dsp:cNvSpPr/>
      </dsp:nvSpPr>
      <dsp:spPr>
        <a:xfrm>
          <a:off x="1263278" y="2734835"/>
          <a:ext cx="3606377" cy="109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755" tIns="115755" rIns="115755" bIns="115755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Direct Chat: allow users to contact other users</a:t>
          </a:r>
        </a:p>
      </dsp:txBody>
      <dsp:txXfrm>
        <a:off x="1263278" y="2734835"/>
        <a:ext cx="3606377" cy="10937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ca21ede2b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ca21ede2b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ca21ede2b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ca21ede2b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ca21ede2b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ca21ede2b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ca21ede2b4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ca21ede2b4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ca21ede2b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ca21ede2b4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ca21ede2b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ca21ede2b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ca21ede2b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ca21ede2b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409575" y="-3572"/>
            <a:ext cx="3761184" cy="5147072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6301" y="1035052"/>
            <a:ext cx="6430967" cy="1962149"/>
          </a:xfrm>
        </p:spPr>
        <p:txBody>
          <a:bodyPr anchor="b">
            <a:normAutofit/>
          </a:bodyPr>
          <a:lstStyle>
            <a:lvl1pPr algn="r">
              <a:defRPr sz="45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386533" y="2997200"/>
            <a:ext cx="5240734" cy="1041401"/>
          </a:xfrm>
        </p:spPr>
        <p:txBody>
          <a:bodyPr anchor="t">
            <a:normAutofit/>
          </a:bodyPr>
          <a:lstStyle>
            <a:lvl1pPr marL="0" indent="0" algn="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99309" y="4412457"/>
            <a:ext cx="3243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5465213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buClr>
                <a:schemeClr val="accent1">
                  <a:lumMod val="75000"/>
                </a:schemeClr>
              </a:buClr>
              <a:defRPr/>
            </a:lvl1pPr>
            <a:lvl2pPr>
              <a:buClr>
                <a:schemeClr val="accent1">
                  <a:lumMod val="75000"/>
                </a:schemeClr>
              </a:buClr>
              <a:defRPr/>
            </a:lvl2pPr>
            <a:lvl3pPr>
              <a:buClr>
                <a:schemeClr val="accent1">
                  <a:lumMod val="75000"/>
                </a:schemeClr>
              </a:buClr>
              <a:defRPr/>
            </a:lvl3pPr>
            <a:lvl4pPr>
              <a:buClr>
                <a:schemeClr val="accent1">
                  <a:lumMod val="75000"/>
                </a:schemeClr>
              </a:buClr>
              <a:defRPr/>
            </a:lvl4pPr>
            <a:lvl5pPr>
              <a:buClr>
                <a:schemeClr val="accent1">
                  <a:lumMod val="75000"/>
                </a:schemeClr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13893" y="4400349"/>
            <a:ext cx="413375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808213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9210" y="2000249"/>
            <a:ext cx="6698060" cy="1582787"/>
          </a:xfrm>
        </p:spPr>
        <p:txBody>
          <a:bodyPr anchor="b"/>
          <a:lstStyle>
            <a:lvl1pPr algn="r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9209" y="3583036"/>
            <a:ext cx="669806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7466279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514351"/>
            <a:ext cx="7514035" cy="13144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235" y="2000250"/>
            <a:ext cx="3671291" cy="2343151"/>
          </a:xfrm>
        </p:spPr>
        <p:txBody>
          <a:bodyPr>
            <a:normAutofit/>
          </a:bodyPr>
          <a:lstStyle>
            <a:lvl1pPr>
              <a:buClr>
                <a:schemeClr val="accent1">
                  <a:lumMod val="75000"/>
                </a:schemeClr>
              </a:buClr>
              <a:defRPr sz="1350"/>
            </a:lvl1pPr>
            <a:lvl2pPr>
              <a:buClr>
                <a:schemeClr val="accent1">
                  <a:lumMod val="75000"/>
                </a:schemeClr>
              </a:buClr>
              <a:defRPr sz="1200"/>
            </a:lvl2pPr>
            <a:lvl3pPr>
              <a:buClr>
                <a:schemeClr val="accent1">
                  <a:lumMod val="75000"/>
                </a:schemeClr>
              </a:buClr>
              <a:defRPr sz="1050"/>
            </a:lvl3pPr>
            <a:lvl4pPr>
              <a:buClr>
                <a:schemeClr val="accent1">
                  <a:lumMod val="75000"/>
                </a:schemeClr>
              </a:buClr>
              <a:defRPr sz="900"/>
            </a:lvl4pPr>
            <a:lvl5pPr>
              <a:buClr>
                <a:schemeClr val="accent1">
                  <a:lumMod val="75000"/>
                </a:schemeClr>
              </a:buCl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5975" y="2000250"/>
            <a:ext cx="3671292" cy="2343150"/>
          </a:xfrm>
        </p:spPr>
        <p:txBody>
          <a:bodyPr>
            <a:normAutofit/>
          </a:bodyPr>
          <a:lstStyle>
            <a:lvl1pPr>
              <a:buClr>
                <a:schemeClr val="accent1">
                  <a:lumMod val="75000"/>
                </a:schemeClr>
              </a:buClr>
              <a:defRPr sz="1350"/>
            </a:lvl1pPr>
            <a:lvl2pPr>
              <a:buClr>
                <a:schemeClr val="accent1">
                  <a:lumMod val="75000"/>
                </a:schemeClr>
              </a:buClr>
              <a:defRPr sz="1200"/>
            </a:lvl2pPr>
            <a:lvl3pPr>
              <a:buClr>
                <a:schemeClr val="accent1">
                  <a:lumMod val="75000"/>
                </a:schemeClr>
              </a:buClr>
              <a:defRPr sz="1050"/>
            </a:lvl3pPr>
            <a:lvl4pPr>
              <a:buClr>
                <a:schemeClr val="accent1">
                  <a:lumMod val="75000"/>
                </a:schemeClr>
              </a:buClr>
              <a:defRPr sz="900"/>
            </a:lvl4pPr>
            <a:lvl5pPr>
              <a:buClr>
                <a:schemeClr val="accent1">
                  <a:lumMod val="75000"/>
                </a:schemeClr>
              </a:buCl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9729171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134" y="1993900"/>
            <a:ext cx="345539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233" y="2501503"/>
            <a:ext cx="3671292" cy="1841897"/>
          </a:xfrm>
        </p:spPr>
        <p:txBody>
          <a:bodyPr anchor="t">
            <a:normAutofit/>
          </a:bodyPr>
          <a:lstStyle>
            <a:lvl1pPr>
              <a:buClr>
                <a:schemeClr val="accent1">
                  <a:lumMod val="75000"/>
                </a:schemeClr>
              </a:buClr>
              <a:defRPr sz="1350"/>
            </a:lvl1pPr>
            <a:lvl2pPr>
              <a:buClr>
                <a:schemeClr val="accent1">
                  <a:lumMod val="75000"/>
                </a:schemeClr>
              </a:buClr>
              <a:defRPr sz="1200"/>
            </a:lvl2pPr>
            <a:lvl3pPr>
              <a:buClr>
                <a:schemeClr val="accent1">
                  <a:lumMod val="75000"/>
                </a:schemeClr>
              </a:buClr>
              <a:defRPr sz="1050"/>
            </a:lvl3pPr>
            <a:lvl4pPr>
              <a:buClr>
                <a:schemeClr val="accent1">
                  <a:lumMod val="75000"/>
                </a:schemeClr>
              </a:buClr>
              <a:defRPr sz="900"/>
            </a:lvl4pPr>
            <a:lvl5pPr>
              <a:buClr>
                <a:schemeClr val="accent1">
                  <a:lumMod val="75000"/>
                </a:schemeClr>
              </a:buCl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0366" y="2000250"/>
            <a:ext cx="3466903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5975" y="2501503"/>
            <a:ext cx="3671292" cy="1841897"/>
          </a:xfrm>
        </p:spPr>
        <p:txBody>
          <a:bodyPr anchor="t">
            <a:normAutofit/>
          </a:bodyPr>
          <a:lstStyle>
            <a:lvl1pPr>
              <a:buClr>
                <a:schemeClr val="accent1">
                  <a:lumMod val="75000"/>
                </a:schemeClr>
              </a:buClr>
              <a:defRPr sz="1350"/>
            </a:lvl1pPr>
            <a:lvl2pPr>
              <a:buClr>
                <a:schemeClr val="accent1">
                  <a:lumMod val="75000"/>
                </a:schemeClr>
              </a:buClr>
              <a:defRPr sz="1200"/>
            </a:lvl2pPr>
            <a:lvl3pPr>
              <a:buClr>
                <a:schemeClr val="accent1">
                  <a:lumMod val="75000"/>
                </a:schemeClr>
              </a:buClr>
              <a:defRPr sz="1050"/>
            </a:lvl3pPr>
            <a:lvl4pPr>
              <a:buClr>
                <a:schemeClr val="accent1">
                  <a:lumMod val="75000"/>
                </a:schemeClr>
              </a:buClr>
              <a:defRPr sz="900"/>
            </a:lvl4pPr>
            <a:lvl5pPr>
              <a:buClr>
                <a:schemeClr val="accent1">
                  <a:lumMod val="75000"/>
                </a:schemeClr>
              </a:buCl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27314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7964781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71394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1200150"/>
            <a:ext cx="2661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6525" y="514350"/>
            <a:ext cx="4680743" cy="3829051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234" y="2228850"/>
            <a:ext cx="2661841" cy="1371600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0179632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043" y="1314449"/>
            <a:ext cx="4069619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6011" y="685800"/>
            <a:ext cx="2460731" cy="3429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043" y="2343149"/>
            <a:ext cx="4069619" cy="137160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75960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3549649"/>
            <a:ext cx="7514033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5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234" y="3974702"/>
            <a:ext cx="7514033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6342556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514350"/>
            <a:ext cx="7514033" cy="2286000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5" cy="10858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53694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198959" y="6472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0069" y="211454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6159" y="514351"/>
            <a:ext cx="6742509" cy="2057399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827609" y="2571749"/>
            <a:ext cx="6399611" cy="28575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35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3" cy="10858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8423608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2481436"/>
            <a:ext cx="7514032" cy="1101600"/>
          </a:xfrm>
        </p:spPr>
        <p:txBody>
          <a:bodyPr anchor="b">
            <a:normAutofit/>
          </a:bodyPr>
          <a:lstStyle>
            <a:lvl1pPr algn="r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583036"/>
            <a:ext cx="7514033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830072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198959" y="6472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0069" y="211454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6159" y="514351"/>
            <a:ext cx="6742509" cy="2057399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235" y="2914650"/>
            <a:ext cx="7514033" cy="66675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1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581400"/>
            <a:ext cx="7514033" cy="762000"/>
          </a:xfrm>
        </p:spPr>
        <p:txBody>
          <a:bodyPr anchor="t">
            <a:norm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7155375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514350"/>
            <a:ext cx="7514034" cy="204549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234" y="2628900"/>
            <a:ext cx="7514035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5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1138194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1953184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99492" y="514350"/>
            <a:ext cx="1327777" cy="38290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234" y="514350"/>
            <a:ext cx="6014807" cy="382905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57688075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19078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13109" y="0"/>
            <a:ext cx="1827610" cy="51435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234" y="514351"/>
            <a:ext cx="7514035" cy="131444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3" y="2000250"/>
            <a:ext cx="7514035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9492" y="4412457"/>
            <a:ext cx="8572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3/24/2021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9210" y="4412457"/>
            <a:ext cx="531313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13893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109774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</p:sldLayoutIdLst>
  <p:hf sldNum="0" hdr="0" ftr="0" dt="0"/>
  <p:txStyles>
    <p:titleStyle>
      <a:lvl1pPr algn="ctr" defTabSz="342900" rtl="0" eaLnBrk="1" latinLnBrk="0" hangingPunct="1">
        <a:spcBef>
          <a:spcPct val="0"/>
        </a:spcBef>
        <a:buNone/>
        <a:defRPr sz="3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E67A1FC6-22FB-4EA7-B90A-C9F18FBEF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246FDC4-DD97-431A-914A-9EB57A4A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34097" cy="5143500"/>
          </a:xfrm>
          <a:custGeom>
            <a:avLst/>
            <a:gdLst>
              <a:gd name="connsiteX0" fmla="*/ 1073044 w 7912130"/>
              <a:gd name="connsiteY0" fmla="*/ 3032931 h 6858000"/>
              <a:gd name="connsiteX1" fmla="*/ 1073044 w 7912130"/>
              <a:gd name="connsiteY1" fmla="*/ 3035810 h 6858000"/>
              <a:gd name="connsiteX2" fmla="*/ 1076802 w 7912130"/>
              <a:gd name="connsiteY2" fmla="*/ 3035810 h 6858000"/>
              <a:gd name="connsiteX3" fmla="*/ 1170738 w 7912130"/>
              <a:gd name="connsiteY3" fmla="*/ 1248347 h 6858000"/>
              <a:gd name="connsiteX4" fmla="*/ 1170738 w 7912130"/>
              <a:gd name="connsiteY4" fmla="*/ 1273486 h 6858000"/>
              <a:gd name="connsiteX5" fmla="*/ 1183895 w 7912130"/>
              <a:gd name="connsiteY5" fmla="*/ 1248347 h 6858000"/>
              <a:gd name="connsiteX6" fmla="*/ 0 w 7912130"/>
              <a:gd name="connsiteY6" fmla="*/ 0 h 6858000"/>
              <a:gd name="connsiteX7" fmla="*/ 2133906 w 7912130"/>
              <a:gd name="connsiteY7" fmla="*/ 0 h 6858000"/>
              <a:gd name="connsiteX8" fmla="*/ 2629909 w 7912130"/>
              <a:gd name="connsiteY8" fmla="*/ 0 h 6858000"/>
              <a:gd name="connsiteX9" fmla="*/ 1227479 w 7912130"/>
              <a:gd name="connsiteY9" fmla="*/ 2669551 h 6858000"/>
              <a:gd name="connsiteX10" fmla="*/ 1235349 w 7912130"/>
              <a:gd name="connsiteY10" fmla="*/ 2673350 h 6858000"/>
              <a:gd name="connsiteX11" fmla="*/ 1353755 w 7912130"/>
              <a:gd name="connsiteY11" fmla="*/ 2754312 h 6858000"/>
              <a:gd name="connsiteX12" fmla="*/ 7912130 w 7912130"/>
              <a:gd name="connsiteY12" fmla="*/ 6858000 h 6858000"/>
              <a:gd name="connsiteX13" fmla="*/ 6066970 w 7912130"/>
              <a:gd name="connsiteY13" fmla="*/ 6858000 h 6858000"/>
              <a:gd name="connsiteX14" fmla="*/ 6059889 w 7912130"/>
              <a:gd name="connsiteY14" fmla="*/ 6852577 h 6858000"/>
              <a:gd name="connsiteX15" fmla="*/ 6059889 w 7912130"/>
              <a:gd name="connsiteY15" fmla="*/ 6857999 h 6858000"/>
              <a:gd name="connsiteX16" fmla="*/ 1707025 w 7912130"/>
              <a:gd name="connsiteY16" fmla="*/ 6857999 h 6858000"/>
              <a:gd name="connsiteX17" fmla="*/ 1707025 w 7912130"/>
              <a:gd name="connsiteY17" fmla="*/ 6858000 h 6858000"/>
              <a:gd name="connsiteX18" fmla="*/ 1073044 w 7912130"/>
              <a:gd name="connsiteY18" fmla="*/ 6858000 h 6858000"/>
              <a:gd name="connsiteX19" fmla="*/ 536592 w 7912130"/>
              <a:gd name="connsiteY19" fmla="*/ 6858000 h 6858000"/>
              <a:gd name="connsiteX20" fmla="*/ 0 w 7912130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912130" h="6858000">
                <a:moveTo>
                  <a:pt x="1073044" y="3032931"/>
                </a:moveTo>
                <a:lnTo>
                  <a:pt x="1073044" y="3035810"/>
                </a:lnTo>
                <a:lnTo>
                  <a:pt x="1076802" y="3035810"/>
                </a:lnTo>
                <a:close/>
                <a:moveTo>
                  <a:pt x="1170738" y="1248347"/>
                </a:moveTo>
                <a:lnTo>
                  <a:pt x="1170738" y="1273486"/>
                </a:lnTo>
                <a:lnTo>
                  <a:pt x="1183895" y="1248347"/>
                </a:lnTo>
                <a:close/>
                <a:moveTo>
                  <a:pt x="0" y="0"/>
                </a:moveTo>
                <a:lnTo>
                  <a:pt x="2133906" y="0"/>
                </a:lnTo>
                <a:lnTo>
                  <a:pt x="2629909" y="0"/>
                </a:lnTo>
                <a:lnTo>
                  <a:pt x="1227479" y="2669551"/>
                </a:lnTo>
                <a:lnTo>
                  <a:pt x="1235349" y="2673350"/>
                </a:lnTo>
                <a:lnTo>
                  <a:pt x="1353755" y="2754312"/>
                </a:lnTo>
                <a:lnTo>
                  <a:pt x="7912130" y="6858000"/>
                </a:lnTo>
                <a:lnTo>
                  <a:pt x="6066970" y="6858000"/>
                </a:lnTo>
                <a:lnTo>
                  <a:pt x="6059889" y="6852577"/>
                </a:lnTo>
                <a:lnTo>
                  <a:pt x="6059889" y="6857999"/>
                </a:lnTo>
                <a:lnTo>
                  <a:pt x="1707025" y="6857999"/>
                </a:lnTo>
                <a:lnTo>
                  <a:pt x="1707025" y="6858000"/>
                </a:lnTo>
                <a:lnTo>
                  <a:pt x="1073044" y="6858000"/>
                </a:lnTo>
                <a:lnTo>
                  <a:pt x="5365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CD4E68A2-74B0-42F5-BB75-2E1A7C201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1938" cy="5143500"/>
          </a:xfrm>
          <a:custGeom>
            <a:avLst/>
            <a:gdLst>
              <a:gd name="connsiteX0" fmla="*/ 696831 w 7535917"/>
              <a:gd name="connsiteY0" fmla="*/ 3032931 h 6858000"/>
              <a:gd name="connsiteX1" fmla="*/ 696831 w 7535917"/>
              <a:gd name="connsiteY1" fmla="*/ 3035810 h 6858000"/>
              <a:gd name="connsiteX2" fmla="*/ 700589 w 7535917"/>
              <a:gd name="connsiteY2" fmla="*/ 3035810 h 6858000"/>
              <a:gd name="connsiteX3" fmla="*/ 794525 w 7535917"/>
              <a:gd name="connsiteY3" fmla="*/ 1248347 h 6858000"/>
              <a:gd name="connsiteX4" fmla="*/ 794525 w 7535917"/>
              <a:gd name="connsiteY4" fmla="*/ 1273486 h 6858000"/>
              <a:gd name="connsiteX5" fmla="*/ 807682 w 7535917"/>
              <a:gd name="connsiteY5" fmla="*/ 1248347 h 6858000"/>
              <a:gd name="connsiteX6" fmla="*/ 0 w 7535917"/>
              <a:gd name="connsiteY6" fmla="*/ 0 h 6858000"/>
              <a:gd name="connsiteX7" fmla="*/ 1757693 w 7535917"/>
              <a:gd name="connsiteY7" fmla="*/ 0 h 6858000"/>
              <a:gd name="connsiteX8" fmla="*/ 2253696 w 7535917"/>
              <a:gd name="connsiteY8" fmla="*/ 0 h 6858000"/>
              <a:gd name="connsiteX9" fmla="*/ 851266 w 7535917"/>
              <a:gd name="connsiteY9" fmla="*/ 2669551 h 6858000"/>
              <a:gd name="connsiteX10" fmla="*/ 859136 w 7535917"/>
              <a:gd name="connsiteY10" fmla="*/ 2673350 h 6858000"/>
              <a:gd name="connsiteX11" fmla="*/ 977542 w 7535917"/>
              <a:gd name="connsiteY11" fmla="*/ 2754312 h 6858000"/>
              <a:gd name="connsiteX12" fmla="*/ 7535917 w 7535917"/>
              <a:gd name="connsiteY12" fmla="*/ 6858000 h 6858000"/>
              <a:gd name="connsiteX13" fmla="*/ 5690757 w 7535917"/>
              <a:gd name="connsiteY13" fmla="*/ 6858000 h 6858000"/>
              <a:gd name="connsiteX14" fmla="*/ 5683676 w 7535917"/>
              <a:gd name="connsiteY14" fmla="*/ 6852577 h 6858000"/>
              <a:gd name="connsiteX15" fmla="*/ 5683676 w 7535917"/>
              <a:gd name="connsiteY15" fmla="*/ 6857999 h 6858000"/>
              <a:gd name="connsiteX16" fmla="*/ 1330812 w 7535917"/>
              <a:gd name="connsiteY16" fmla="*/ 6857999 h 6858000"/>
              <a:gd name="connsiteX17" fmla="*/ 1330812 w 7535917"/>
              <a:gd name="connsiteY17" fmla="*/ 6858000 h 6858000"/>
              <a:gd name="connsiteX18" fmla="*/ 696831 w 7535917"/>
              <a:gd name="connsiteY18" fmla="*/ 6858000 h 6858000"/>
              <a:gd name="connsiteX19" fmla="*/ 160379 w 7535917"/>
              <a:gd name="connsiteY19" fmla="*/ 6858000 h 6858000"/>
              <a:gd name="connsiteX20" fmla="*/ 0 w 7535917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535917" h="6858000">
                <a:moveTo>
                  <a:pt x="696831" y="3032931"/>
                </a:moveTo>
                <a:lnTo>
                  <a:pt x="696831" y="3035810"/>
                </a:lnTo>
                <a:lnTo>
                  <a:pt x="700589" y="3035810"/>
                </a:lnTo>
                <a:close/>
                <a:moveTo>
                  <a:pt x="794525" y="1248347"/>
                </a:moveTo>
                <a:lnTo>
                  <a:pt x="794525" y="1273486"/>
                </a:lnTo>
                <a:lnTo>
                  <a:pt x="807682" y="1248347"/>
                </a:lnTo>
                <a:close/>
                <a:moveTo>
                  <a:pt x="0" y="0"/>
                </a:moveTo>
                <a:lnTo>
                  <a:pt x="1757693" y="0"/>
                </a:lnTo>
                <a:lnTo>
                  <a:pt x="2253696" y="0"/>
                </a:lnTo>
                <a:lnTo>
                  <a:pt x="851266" y="2669551"/>
                </a:lnTo>
                <a:lnTo>
                  <a:pt x="859136" y="2673350"/>
                </a:lnTo>
                <a:lnTo>
                  <a:pt x="977542" y="2754312"/>
                </a:lnTo>
                <a:lnTo>
                  <a:pt x="7535917" y="6858000"/>
                </a:lnTo>
                <a:lnTo>
                  <a:pt x="5690757" y="6858000"/>
                </a:lnTo>
                <a:lnTo>
                  <a:pt x="5683676" y="6852577"/>
                </a:lnTo>
                <a:lnTo>
                  <a:pt x="5683676" y="6857999"/>
                </a:lnTo>
                <a:lnTo>
                  <a:pt x="1330812" y="6857999"/>
                </a:lnTo>
                <a:lnTo>
                  <a:pt x="1330812" y="6858000"/>
                </a:lnTo>
                <a:lnTo>
                  <a:pt x="696831" y="6858000"/>
                </a:lnTo>
                <a:lnTo>
                  <a:pt x="160379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583493" y="566928"/>
            <a:ext cx="5783269" cy="2313432"/>
          </a:xfrm>
          <a:prstGeom prst="rect">
            <a:avLst/>
          </a:prstGeom>
        </p:spPr>
        <p:txBody>
          <a:bodyPr spcFirstLastPara="1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Sportiasts</a:t>
            </a:r>
            <a:endParaRPr lang="en-US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934098" y="3067432"/>
            <a:ext cx="2487526" cy="1284132"/>
          </a:xfrm>
          <a:prstGeom prst="rect">
            <a:avLst/>
          </a:prstGeom>
        </p:spPr>
        <p:txBody>
          <a:bodyPr spcFirstLastPara="1" lIns="91425" tIns="91425" rIns="91425" bIns="91425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/>
              <a:t>Connecting all the sport enthusiasts .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68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69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70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71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72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73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401265" y="514350"/>
            <a:ext cx="1979972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</a:pPr>
            <a:r>
              <a:rPr lang="en-US" sz="3400">
                <a:solidFill>
                  <a:srgbClr val="FFFFFF"/>
                </a:solidFill>
              </a:rPr>
              <a:t>Programs used: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80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1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82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83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84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85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63" name="Google Shape;61;p14">
            <a:extLst>
              <a:ext uri="{FF2B5EF4-FFF2-40B4-BE49-F238E27FC236}">
                <a16:creationId xmlns:a16="http://schemas.microsoft.com/office/drawing/2014/main" id="{57348FE2-E959-4079-8DBD-7B19D97EC5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023393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91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2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93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94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95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96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98" name="Rectangle 97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401265" y="514350"/>
            <a:ext cx="1979972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</a:pPr>
            <a:r>
              <a:rPr lang="en-US" sz="2500">
                <a:solidFill>
                  <a:srgbClr val="FFFFFF"/>
                </a:solidFill>
              </a:rPr>
              <a:t>Technologies used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103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4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5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06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07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08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63" name="Google Shape;61;p14">
            <a:extLst>
              <a:ext uri="{FF2B5EF4-FFF2-40B4-BE49-F238E27FC236}">
                <a16:creationId xmlns:a16="http://schemas.microsoft.com/office/drawing/2014/main" id="{BADD7FB8-1DD0-47A1-9769-0DE024C6F4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236577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558883" y="3333535"/>
            <a:ext cx="18376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Description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638778" y="3849934"/>
            <a:ext cx="1677885" cy="473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Hierarchy :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46B1D3E-8C47-4330-B9C7-E0453F41A3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6273579"/>
              </p:ext>
            </p:extLst>
          </p:nvPr>
        </p:nvGraphicFramePr>
        <p:xfrm>
          <a:off x="2462556" y="53975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104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5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6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07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08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09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111" name="Rectangle 110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D0B977-17FF-490A-AC05-6AB197AA8A2B}"/>
              </a:ext>
            </a:extLst>
          </p:cNvPr>
          <p:cNvSpPr txBox="1"/>
          <p:nvPr/>
        </p:nvSpPr>
        <p:spPr>
          <a:xfrm>
            <a:off x="-78377" y="514350"/>
            <a:ext cx="3056708" cy="2228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ts val="600"/>
              </a:spcAft>
            </a:pPr>
            <a:r>
              <a:rPr lang="en-US" sz="4000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Enthusports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116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7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18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9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0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21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76" name="Google Shape;74;p16">
            <a:extLst>
              <a:ext uri="{FF2B5EF4-FFF2-40B4-BE49-F238E27FC236}">
                <a16:creationId xmlns:a16="http://schemas.microsoft.com/office/drawing/2014/main" id="{75803666-F410-4053-99F1-3294EDC2C8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6200782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oup 86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88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9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90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91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92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93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108" name="Rectangle 94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96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401265" y="514350"/>
            <a:ext cx="1979972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</a:pPr>
            <a:r>
              <a:rPr lang="en-US" sz="3100">
                <a:solidFill>
                  <a:srgbClr val="FFFFFF"/>
                </a:solidFill>
              </a:rPr>
              <a:t>Details Sportiasts</a:t>
            </a:r>
          </a:p>
        </p:txBody>
      </p:sp>
      <p:grpSp>
        <p:nvGrpSpPr>
          <p:cNvPr id="110" name="Group 98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100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1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2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03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04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05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111" name="Google Shape;81;p17">
            <a:extLst>
              <a:ext uri="{FF2B5EF4-FFF2-40B4-BE49-F238E27FC236}">
                <a16:creationId xmlns:a16="http://schemas.microsoft.com/office/drawing/2014/main" id="{58220E52-B6B2-42EA-A779-4E7E864434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1862323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5E2ED-D194-4805-A87F-90497FC8E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514" y="445025"/>
            <a:ext cx="7626785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Model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225F0CD7-E668-4516-ACD7-457D56E3277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5490590"/>
              </p:ext>
            </p:extLst>
          </p:nvPr>
        </p:nvGraphicFramePr>
        <p:xfrm>
          <a:off x="2772597" y="1637421"/>
          <a:ext cx="5498778" cy="30390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69600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56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7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58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59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60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61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A52D96-F5C5-4C7E-A571-86CDE91E2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265" y="514350"/>
            <a:ext cx="1979972" cy="38290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</a:rPr>
              <a:t>Actions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68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69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70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71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72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73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023CB0BD-2C5F-404A-AA87-40BCA04975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9009916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390099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394F7BC-8F83-4AD8-97A7-2D5458C0A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128" name="Freeform 6">
              <a:extLst>
                <a:ext uri="{FF2B5EF4-FFF2-40B4-BE49-F238E27FC236}">
                  <a16:creationId xmlns:a16="http://schemas.microsoft.com/office/drawing/2014/main" id="{EE91E46E-74FE-4C7E-88B2-B3C5C1E2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9" name="Freeform 7">
              <a:extLst>
                <a:ext uri="{FF2B5EF4-FFF2-40B4-BE49-F238E27FC236}">
                  <a16:creationId xmlns:a16="http://schemas.microsoft.com/office/drawing/2014/main" id="{C299FCBD-7B21-4260-8E33-F04F4FDE84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30" name="Freeform 8">
              <a:extLst>
                <a:ext uri="{FF2B5EF4-FFF2-40B4-BE49-F238E27FC236}">
                  <a16:creationId xmlns:a16="http://schemas.microsoft.com/office/drawing/2014/main" id="{5E767DA7-E99B-4918-936A-8847AFB681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31" name="Freeform 9">
              <a:extLst>
                <a:ext uri="{FF2B5EF4-FFF2-40B4-BE49-F238E27FC236}">
                  <a16:creationId xmlns:a16="http://schemas.microsoft.com/office/drawing/2014/main" id="{47DC01D9-AD2C-465C-893F-3E0934012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32" name="Freeform 10">
              <a:extLst>
                <a:ext uri="{FF2B5EF4-FFF2-40B4-BE49-F238E27FC236}">
                  <a16:creationId xmlns:a16="http://schemas.microsoft.com/office/drawing/2014/main" id="{5BF8548F-D405-437B-AB90-518A2A07D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3" name="Freeform 11">
              <a:extLst>
                <a:ext uri="{FF2B5EF4-FFF2-40B4-BE49-F238E27FC236}">
                  <a16:creationId xmlns:a16="http://schemas.microsoft.com/office/drawing/2014/main" id="{B5E0AE4A-62E2-4CA1-8F00-F1F28E506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5B2F4B0B-6CDE-4467-A567-7930C6692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4FBD904E-E2AA-40C0-9B75-6705C2936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401265" y="514350"/>
            <a:ext cx="1979972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</a:pPr>
            <a:r>
              <a:rPr lang="en-US" sz="4000">
                <a:solidFill>
                  <a:srgbClr val="FFFFFF"/>
                </a:solidFill>
              </a:rPr>
              <a:t>To do</a:t>
            </a:r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C2CA0337-9B09-4746-93D0-7E92F422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140" name="Freeform 6">
              <a:extLst>
                <a:ext uri="{FF2B5EF4-FFF2-40B4-BE49-F238E27FC236}">
                  <a16:creationId xmlns:a16="http://schemas.microsoft.com/office/drawing/2014/main" id="{9400DCF3-F870-42BD-9169-1B4BD854DE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41" name="Freeform 7">
              <a:extLst>
                <a:ext uri="{FF2B5EF4-FFF2-40B4-BE49-F238E27FC236}">
                  <a16:creationId xmlns:a16="http://schemas.microsoft.com/office/drawing/2014/main" id="{BC4C6F6B-30DD-4B7F-8169-7A575C25C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42" name="Freeform 8">
              <a:extLst>
                <a:ext uri="{FF2B5EF4-FFF2-40B4-BE49-F238E27FC236}">
                  <a16:creationId xmlns:a16="http://schemas.microsoft.com/office/drawing/2014/main" id="{66C1E1CC-3625-43BC-98A8-A1C67FAD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43" name="Freeform 9">
              <a:extLst>
                <a:ext uri="{FF2B5EF4-FFF2-40B4-BE49-F238E27FC236}">
                  <a16:creationId xmlns:a16="http://schemas.microsoft.com/office/drawing/2014/main" id="{37C6358A-C557-444E-A1F5-149AD3B6C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44" name="Freeform 10">
              <a:extLst>
                <a:ext uri="{FF2B5EF4-FFF2-40B4-BE49-F238E27FC236}">
                  <a16:creationId xmlns:a16="http://schemas.microsoft.com/office/drawing/2014/main" id="{E1981B58-ABB6-4FEB-BE0A-17F8AD1B4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45" name="Freeform 11">
              <a:extLst>
                <a:ext uri="{FF2B5EF4-FFF2-40B4-BE49-F238E27FC236}">
                  <a16:creationId xmlns:a16="http://schemas.microsoft.com/office/drawing/2014/main" id="{828B56B0-6617-4529-B84C-73B093A8F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122" name="Google Shape;88;p18">
            <a:extLst>
              <a:ext uri="{FF2B5EF4-FFF2-40B4-BE49-F238E27FC236}">
                <a16:creationId xmlns:a16="http://schemas.microsoft.com/office/drawing/2014/main" id="{BB7248B8-7938-499A-B158-9EC52C21A2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0792024"/>
              </p:ext>
            </p:extLst>
          </p:nvPr>
        </p:nvGraphicFramePr>
        <p:xfrm>
          <a:off x="3757612" y="514350"/>
          <a:ext cx="4869656" cy="3829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92">
            <a:extLst>
              <a:ext uri="{FF2B5EF4-FFF2-40B4-BE49-F238E27FC236}">
                <a16:creationId xmlns:a16="http://schemas.microsoft.com/office/drawing/2014/main" id="{3F1527C3-06F4-4F4D-B364-8E97266450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109" y="0"/>
            <a:ext cx="1827609" cy="5143500"/>
            <a:chOff x="1320800" y="0"/>
            <a:chExt cx="2436813" cy="6858001"/>
          </a:xfrm>
        </p:grpSpPr>
        <p:sp>
          <p:nvSpPr>
            <p:cNvPr id="125" name="Freeform 6">
              <a:extLst>
                <a:ext uri="{FF2B5EF4-FFF2-40B4-BE49-F238E27FC236}">
                  <a16:creationId xmlns:a16="http://schemas.microsoft.com/office/drawing/2014/main" id="{BF1C23D2-D74F-4456-AD7B-904A6E28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5" name="Freeform 7">
              <a:extLst>
                <a:ext uri="{FF2B5EF4-FFF2-40B4-BE49-F238E27FC236}">
                  <a16:creationId xmlns:a16="http://schemas.microsoft.com/office/drawing/2014/main" id="{578577AD-563A-4936-9ACB-FDCF298412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96" name="Freeform 8">
              <a:extLst>
                <a:ext uri="{FF2B5EF4-FFF2-40B4-BE49-F238E27FC236}">
                  <a16:creationId xmlns:a16="http://schemas.microsoft.com/office/drawing/2014/main" id="{1C9F3743-BFAB-4636-81C7-ACD99C694B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97" name="Freeform 9">
              <a:extLst>
                <a:ext uri="{FF2B5EF4-FFF2-40B4-BE49-F238E27FC236}">
                  <a16:creationId xmlns:a16="http://schemas.microsoft.com/office/drawing/2014/main" id="{FC58029E-BC15-45E4-AA28-CC80C96A3F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98" name="Freeform 10">
              <a:extLst>
                <a:ext uri="{FF2B5EF4-FFF2-40B4-BE49-F238E27FC236}">
                  <a16:creationId xmlns:a16="http://schemas.microsoft.com/office/drawing/2014/main" id="{41CBB721-7EDD-4FEA-9D6B-A3656D9F4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99" name="Freeform 11">
              <a:extLst>
                <a:ext uri="{FF2B5EF4-FFF2-40B4-BE49-F238E27FC236}">
                  <a16:creationId xmlns:a16="http://schemas.microsoft.com/office/drawing/2014/main" id="{4C945CDA-4F14-4FA0-B272-B1E25B4FA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 useBgFill="1">
        <p:nvSpPr>
          <p:cNvPr id="126" name="Rectangle 100">
            <a:extLst>
              <a:ext uri="{FF2B5EF4-FFF2-40B4-BE49-F238E27FC236}">
                <a16:creationId xmlns:a16="http://schemas.microsoft.com/office/drawing/2014/main" id="{C8643778-7F6C-4E8D-84D1-D5CDB99281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02">
            <a:extLst>
              <a:ext uri="{FF2B5EF4-FFF2-40B4-BE49-F238E27FC236}">
                <a16:creationId xmlns:a16="http://schemas.microsoft.com/office/drawing/2014/main" id="{1D22F88D-6907-48AF-B024-346E855E0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3302781" cy="5143500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72084" y="514350"/>
            <a:ext cx="2057400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algn="l" defTabSz="457200">
              <a:spcBef>
                <a:spcPct val="0"/>
              </a:spcBef>
              <a:spcAft>
                <a:spcPts val="0"/>
              </a:spcAft>
            </a:pPr>
            <a:r>
              <a:rPr lang="en-US" sz="2200">
                <a:solidFill>
                  <a:srgbClr val="FFFFFF"/>
                </a:solidFill>
              </a:rPr>
              <a:t>Future implementation plans</a:t>
            </a:r>
          </a:p>
        </p:txBody>
      </p:sp>
      <p:grpSp>
        <p:nvGrpSpPr>
          <p:cNvPr id="128" name="Group 104">
            <a:extLst>
              <a:ext uri="{FF2B5EF4-FFF2-40B4-BE49-F238E27FC236}">
                <a16:creationId xmlns:a16="http://schemas.microsoft.com/office/drawing/2014/main" id="{F3842748-48B5-4DD0-A06A-A31C74024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86469" y="0"/>
            <a:ext cx="1827609" cy="5143500"/>
            <a:chOff x="1320800" y="0"/>
            <a:chExt cx="2436813" cy="6858001"/>
          </a:xfrm>
        </p:grpSpPr>
        <p:sp>
          <p:nvSpPr>
            <p:cNvPr id="106" name="Freeform 6">
              <a:extLst>
                <a:ext uri="{FF2B5EF4-FFF2-40B4-BE49-F238E27FC236}">
                  <a16:creationId xmlns:a16="http://schemas.microsoft.com/office/drawing/2014/main" id="{548E99BE-1071-4690-9B9C-07926CEE55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9" name="Freeform 7">
              <a:extLst>
                <a:ext uri="{FF2B5EF4-FFF2-40B4-BE49-F238E27FC236}">
                  <a16:creationId xmlns:a16="http://schemas.microsoft.com/office/drawing/2014/main" id="{9301F039-B467-413A-B25C-770E51069D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8" name="Freeform 8">
              <a:extLst>
                <a:ext uri="{FF2B5EF4-FFF2-40B4-BE49-F238E27FC236}">
                  <a16:creationId xmlns:a16="http://schemas.microsoft.com/office/drawing/2014/main" id="{9F06AEC1-5558-49E8-8CAC-FEBD00DF0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30" name="Freeform 9">
              <a:extLst>
                <a:ext uri="{FF2B5EF4-FFF2-40B4-BE49-F238E27FC236}">
                  <a16:creationId xmlns:a16="http://schemas.microsoft.com/office/drawing/2014/main" id="{D10B76B9-BA68-471E-B58C-ED91198A9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10" name="Freeform 10">
              <a:extLst>
                <a:ext uri="{FF2B5EF4-FFF2-40B4-BE49-F238E27FC236}">
                  <a16:creationId xmlns:a16="http://schemas.microsoft.com/office/drawing/2014/main" id="{FEB3913B-54A3-490E-BA4B-5D0330990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1" name="Freeform 11">
              <a:extLst>
                <a:ext uri="{FF2B5EF4-FFF2-40B4-BE49-F238E27FC236}">
                  <a16:creationId xmlns:a16="http://schemas.microsoft.com/office/drawing/2014/main" id="{F75DC961-08A4-46F8-8A80-2E1FB977E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132" name="Google Shape;88;p18"/>
          <p:cNvSpPr txBox="1">
            <a:spLocks noGrp="1"/>
          </p:cNvSpPr>
          <p:nvPr>
            <p:ph type="body" idx="1"/>
          </p:nvPr>
        </p:nvSpPr>
        <p:spPr>
          <a:xfrm>
            <a:off x="3837829" y="514350"/>
            <a:ext cx="4789439" cy="382905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Track user’s location and view all available players and event in a specific location: Maps API.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Add event location map on each events: Embed google maps as iframe.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Add discussion room (group chat) for each event.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Direct message another user (player).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Make events recurring.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Send reminder of events to the players.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Follow other users.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Separate page to display only the events that user has joined. 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SzPct val="145000"/>
              <a:buFont typeface="Arial"/>
              <a:buChar char="•"/>
            </a:pPr>
            <a:r>
              <a:rPr lang="en-US" sz="1500"/>
              <a:t>Front end – bootstrap, CSS, JavaScript.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EB8F22"/>
      </a:accent1>
      <a:accent2>
        <a:srgbClr val="CD4223"/>
      </a:accent2>
      <a:accent3>
        <a:srgbClr val="A89374"/>
      </a:accent3>
      <a:accent4>
        <a:srgbClr val="83AA67"/>
      </a:accent4>
      <a:accent5>
        <a:srgbClr val="4FA9C1"/>
      </a:accent5>
      <a:accent6>
        <a:srgbClr val="9390AF"/>
      </a:accent6>
      <a:hlink>
        <a:srgbClr val="EC7220"/>
      </a:hlink>
      <a:folHlink>
        <a:srgbClr val="F09355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EBEC8F79-A447-43FC-8E81-85E8468AF3F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0</TotalTime>
  <Words>368</Words>
  <Application>Microsoft Office PowerPoint</Application>
  <PresentationFormat>On-screen Show (16:9)</PresentationFormat>
  <Paragraphs>93</Paragraphs>
  <Slides>10</Slides>
  <Notes>8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Corbel</vt:lpstr>
      <vt:lpstr>Parallax</vt:lpstr>
      <vt:lpstr>Sportiasts</vt:lpstr>
      <vt:lpstr>Programs used:</vt:lpstr>
      <vt:lpstr>Technologies used</vt:lpstr>
      <vt:lpstr>Description</vt:lpstr>
      <vt:lpstr>PowerPoint Presentation</vt:lpstr>
      <vt:lpstr>Details Sportiasts</vt:lpstr>
      <vt:lpstr>Database Model</vt:lpstr>
      <vt:lpstr>Actions</vt:lpstr>
      <vt:lpstr>To do</vt:lpstr>
      <vt:lpstr>Future implementation plans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Sportiasts</dc:title>
  <dc:creator>Fred Fikter</dc:creator>
  <cp:lastModifiedBy>Fred Fikter</cp:lastModifiedBy>
  <cp:revision>3</cp:revision>
  <dcterms:modified xsi:type="dcterms:W3CDTF">2021-03-24T17:53:06Z</dcterms:modified>
</cp:coreProperties>
</file>