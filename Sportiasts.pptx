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ca21ede2b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ca21ede2b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ca21ede2b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ca21ede2b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a21ede2b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a21ede2b4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ca21ede2b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ca21ede2b4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ca21ede2b4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ca21ede2b4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Sportiasts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Connecting all the sport enthusiasts 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Technologies used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Programming Language: Python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Version: 3.9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Framework: Django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Database: Postgresql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Description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Hierarchy :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								</a:t>
            </a:r>
            <a:endParaRPr dirty="0"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Enthusports  		 templates 	sportiasts 	manage.py</a:t>
            </a: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 dirty="0"/>
              <a:t>(Base serving directory) 		      (HTML Files) 		    (Main app) 		  (serving python file)</a:t>
            </a:r>
            <a:endParaRPr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Enthusports		wsgi.py(application serving file)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			urls.py(url handling file)</a:t>
            </a:r>
            <a:endParaRPr dirty="0"/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/>
              <a:t>		         settings.py(setting file, database setting, hostname setting,                                                              directory setting)</a:t>
            </a:r>
            <a:endParaRPr dirty="0"/>
          </a:p>
        </p:txBody>
      </p:sp>
      <p:cxnSp>
        <p:nvCxnSpPr>
          <p:cNvPr id="75" name="Google Shape;75;p16"/>
          <p:cNvCxnSpPr/>
          <p:nvPr/>
        </p:nvCxnSpPr>
        <p:spPr>
          <a:xfrm>
            <a:off x="1659200" y="1425400"/>
            <a:ext cx="512700" cy="3771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Details</a:t>
            </a:r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Sportiasts		</a:t>
            </a:r>
            <a:r>
              <a:rPr lang="en" sz="1200"/>
              <a:t>models.py( Saving users, events,location as models and add them on database)</a:t>
            </a:r>
            <a:endParaRPr sz="1200"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				views.py( calling templates from templates directory and sharing data with them to view on browser)</a:t>
            </a:r>
            <a:endParaRPr sz="1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				urls.py( handles urls within the application)</a:t>
            </a:r>
            <a:endParaRPr sz="1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				forms.py(forms handling)</a:t>
            </a:r>
            <a:endParaRPr sz="12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/>
              <a:t>				admin.py(adding models in admin panel)</a:t>
            </a:r>
            <a:endParaRPr sz="1200"/>
          </a:p>
        </p:txBody>
      </p:sp>
      <p:cxnSp>
        <p:nvCxnSpPr>
          <p:cNvPr id="82" name="Google Shape;82;p17"/>
          <p:cNvCxnSpPr/>
          <p:nvPr/>
        </p:nvCxnSpPr>
        <p:spPr>
          <a:xfrm>
            <a:off x="1455575" y="1417850"/>
            <a:ext cx="528000" cy="4149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can be added</a:t>
            </a:r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Maps api: To view all available players and event in an specific location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Group Chat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Direct Chat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Reminder of events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</Words>
  <Application>Microsoft Office PowerPoint</Application>
  <PresentationFormat>On-screen Show (16:9)</PresentationFormat>
  <Paragraphs>26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Simple Light</vt:lpstr>
      <vt:lpstr>Sportiasts</vt:lpstr>
      <vt:lpstr>Technologies used</vt:lpstr>
      <vt:lpstr>Description</vt:lpstr>
      <vt:lpstr>PowerPoint Presentation</vt:lpstr>
      <vt:lpstr>Details</vt:lpstr>
      <vt:lpstr>What can be added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Sportiasts</dc:title>
  <cp:lastModifiedBy>yuvrajsubedi59@gmail.com</cp:lastModifiedBy>
  <cp:revision>1</cp:revision>
  <dcterms:modified xsi:type="dcterms:W3CDTF">2021-03-23T16:19:21Z</dcterms:modified>
</cp:coreProperties>
</file>